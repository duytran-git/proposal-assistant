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30" r:id="rId4"/>
    <p:sldMasterId id="214748373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y="5143500" cx="9144000"/>
  <p:notesSz cx="6858000" cy="9144000"/>
  <p:embeddedFontLst>
    <p:embeddedFont>
      <p:font typeface="Syne ExtraBold"/>
      <p:bold r:id="rId14"/>
    </p:embeddedFont>
    <p:embeddedFont>
      <p:font typeface="Syne"/>
      <p:regular r:id="rId15"/>
      <p:bold r:id="rId16"/>
    </p:embeddedFont>
    <p:embeddedFont>
      <p:font typeface="Syne Medium"/>
      <p:regular r:id="rId17"/>
      <p:bold r:id="rId18"/>
    </p:embeddedFont>
    <p:embeddedFont>
      <p:font typeface="Afacad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20" Type="http://schemas.openxmlformats.org/officeDocument/2006/relationships/font" Target="fonts/Afacad-bold.fntdata"/><Relationship Id="rId22" Type="http://schemas.openxmlformats.org/officeDocument/2006/relationships/font" Target="fonts/Afacad-boldItalic.fntdata"/><Relationship Id="rId21" Type="http://schemas.openxmlformats.org/officeDocument/2006/relationships/font" Target="fonts/Afacad-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font" Target="fonts/Syne-regular.fntdata"/><Relationship Id="rId14" Type="http://schemas.openxmlformats.org/officeDocument/2006/relationships/font" Target="fonts/SyneExtraBold-bold.fntdata"/><Relationship Id="rId17" Type="http://schemas.openxmlformats.org/officeDocument/2006/relationships/font" Target="fonts/SyneMedium-regular.fntdata"/><Relationship Id="rId16" Type="http://schemas.openxmlformats.org/officeDocument/2006/relationships/font" Target="fonts/Syne-bold.fntdata"/><Relationship Id="rId19" Type="http://schemas.openxmlformats.org/officeDocument/2006/relationships/font" Target="fonts/Afacad-regular.fntdata"/><Relationship Id="rId18" Type="http://schemas.openxmlformats.org/officeDocument/2006/relationships/font" Target="fonts/SyneMedium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7b18782bb9_0_2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7b18782bb9_0_2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7b18782bb9_0_3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37b18782bb9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7b18782bb9_0_3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9" name="Google Shape;319;g37b18782bb9_0_3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7b18782bb9_0_3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37b18782bb9_0_3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7b18782bb9_0_3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7b18782bb9_0_3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7b18782bb9_0_3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37b18782bb9_0_3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7ba10cf20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37ba10cf20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g"/><Relationship Id="rId3" Type="http://schemas.openxmlformats.org/officeDocument/2006/relationships/image" Target="../media/image1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g"/><Relationship Id="rId3" Type="http://schemas.openxmlformats.org/officeDocument/2006/relationships/image" Target="../media/image1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Relationship Id="rId3" Type="http://schemas.openxmlformats.org/officeDocument/2006/relationships/image" Target="../media/image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g"/><Relationship Id="rId3" Type="http://schemas.openxmlformats.org/officeDocument/2006/relationships/image" Target="../media/image1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jpg"/><Relationship Id="rId3" Type="http://schemas.openxmlformats.org/officeDocument/2006/relationships/image" Target="../media/image1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jpg"/><Relationship Id="rId3" Type="http://schemas.openxmlformats.org/officeDocument/2006/relationships/image" Target="../media/image1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jp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jpg"/><Relationship Id="rId3" Type="http://schemas.openxmlformats.org/officeDocument/2006/relationships/image" Target="../media/image12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jpg"/><Relationship Id="rId3" Type="http://schemas.openxmlformats.org/officeDocument/2006/relationships/image" Target="../media/image12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jpg"/><Relationship Id="rId3" Type="http://schemas.openxmlformats.org/officeDocument/2006/relationships/image" Target="../media/image12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jpg"/><Relationship Id="rId3" Type="http://schemas.openxmlformats.org/officeDocument/2006/relationships/image" Target="../media/image5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jpg"/><Relationship Id="rId3" Type="http://schemas.openxmlformats.org/officeDocument/2006/relationships/image" Target="../media/image5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jpg"/><Relationship Id="rId3" Type="http://schemas.openxmlformats.org/officeDocument/2006/relationships/image" Target="../media/image5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jpg"/><Relationship Id="rId3" Type="http://schemas.openxmlformats.org/officeDocument/2006/relationships/image" Target="../media/image1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jp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sandgrid1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14" title="perspective_lightgreen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4"/>
          <p:cNvSpPr txBox="1"/>
          <p:nvPr>
            <p:ph type="ctrTitle"/>
          </p:nvPr>
        </p:nvSpPr>
        <p:spPr>
          <a:xfrm>
            <a:off x="342900" y="2177125"/>
            <a:ext cx="8353800" cy="2728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ExtraBold"/>
              <a:buNone/>
              <a:defRPr sz="72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57" name="Google Shape;57;p14"/>
          <p:cNvSpPr txBox="1"/>
          <p:nvPr>
            <p:ph idx="1" type="subTitle"/>
          </p:nvPr>
        </p:nvSpPr>
        <p:spPr>
          <a:xfrm>
            <a:off x="342900" y="1254575"/>
            <a:ext cx="8489400" cy="7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Syne Medium"/>
              <a:buNone/>
              <a:defRPr sz="1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sandgrid2">
  <p:cSld name="TITLE_4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5" title="perspective_lightgreen 2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 txBox="1"/>
          <p:nvPr>
            <p:ph type="ctrTitle"/>
          </p:nvPr>
        </p:nvSpPr>
        <p:spPr>
          <a:xfrm>
            <a:off x="342900" y="2189500"/>
            <a:ext cx="8458200" cy="270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ExtraBold"/>
              <a:buNone/>
              <a:defRPr sz="72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61" name="Google Shape;61;p15"/>
          <p:cNvSpPr txBox="1"/>
          <p:nvPr>
            <p:ph idx="1" type="subTitle"/>
          </p:nvPr>
        </p:nvSpPr>
        <p:spPr>
          <a:xfrm>
            <a:off x="342900" y="1254575"/>
            <a:ext cx="8489400" cy="7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Syne Medium"/>
              <a:buNone/>
              <a:defRPr sz="1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sanddots">
  <p:cSld name="TITLE_3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6" title="dots_lightgreen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6"/>
          <p:cNvSpPr txBox="1"/>
          <p:nvPr>
            <p:ph type="ctrTitle"/>
          </p:nvPr>
        </p:nvSpPr>
        <p:spPr>
          <a:xfrm>
            <a:off x="342900" y="2189500"/>
            <a:ext cx="8458200" cy="270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ExtraBold"/>
              <a:buNone/>
              <a:defRPr sz="72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65" name="Google Shape;65;p16"/>
          <p:cNvSpPr txBox="1"/>
          <p:nvPr>
            <p:ph idx="1" type="subTitle"/>
          </p:nvPr>
        </p:nvSpPr>
        <p:spPr>
          <a:xfrm>
            <a:off x="342900" y="1254575"/>
            <a:ext cx="8458200" cy="7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Syne Medium"/>
              <a:buNone/>
              <a:defRPr sz="1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sand">
  <p:cSld name="TITLE_3_1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 txBox="1"/>
          <p:nvPr>
            <p:ph type="ctrTitle"/>
          </p:nvPr>
        </p:nvSpPr>
        <p:spPr>
          <a:xfrm>
            <a:off x="342900" y="2189500"/>
            <a:ext cx="8458200" cy="270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ExtraBold"/>
              <a:buNone/>
              <a:defRPr sz="72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68" name="Google Shape;68;p17"/>
          <p:cNvSpPr txBox="1"/>
          <p:nvPr>
            <p:ph idx="1" type="subTitle"/>
          </p:nvPr>
        </p:nvSpPr>
        <p:spPr>
          <a:xfrm>
            <a:off x="342900" y="1254575"/>
            <a:ext cx="8458200" cy="7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Syne Medium"/>
              <a:buNone/>
              <a:defRPr sz="1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half picture lens">
  <p:cSld name="TITLE_3_1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8" title="Telescope - lowres.jpg"/>
          <p:cNvPicPr preferRelativeResize="0"/>
          <p:nvPr/>
        </p:nvPicPr>
        <p:blipFill rotWithShape="1">
          <a:blip r:embed="rId2">
            <a:alphaModFix/>
          </a:blip>
          <a:srcRect b="0" l="24814" r="24809" t="0"/>
          <a:stretch/>
        </p:blipFill>
        <p:spPr>
          <a:xfrm>
            <a:off x="4537725" y="-20"/>
            <a:ext cx="4606275" cy="5143519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8"/>
          <p:cNvSpPr txBox="1"/>
          <p:nvPr>
            <p:ph type="ctrTitle"/>
          </p:nvPr>
        </p:nvSpPr>
        <p:spPr>
          <a:xfrm>
            <a:off x="342900" y="2189500"/>
            <a:ext cx="4080600" cy="270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4400"/>
              <a:buFont typeface="Syne ExtraBold"/>
              <a:buNone/>
              <a:defRPr sz="44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72" name="Google Shape;72;p18"/>
          <p:cNvSpPr txBox="1"/>
          <p:nvPr>
            <p:ph idx="1" type="subTitle"/>
          </p:nvPr>
        </p:nvSpPr>
        <p:spPr>
          <a:xfrm>
            <a:off x="342900" y="1254575"/>
            <a:ext cx="4080600" cy="7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Syne Medium"/>
              <a:buNone/>
              <a:defRPr sz="1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  <p:pic>
        <p:nvPicPr>
          <p:cNvPr id="73" name="Google Shape;73;p18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5157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with body half picture lens">
  <p:cSld name="TITLE_3_1_1_1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9" title="Telescope - lowres.jpg"/>
          <p:cNvPicPr preferRelativeResize="0"/>
          <p:nvPr/>
        </p:nvPicPr>
        <p:blipFill rotWithShape="1">
          <a:blip r:embed="rId2">
            <a:alphaModFix/>
          </a:blip>
          <a:srcRect b="0" l="24814" r="24809" t="0"/>
          <a:stretch/>
        </p:blipFill>
        <p:spPr>
          <a:xfrm>
            <a:off x="4537725" y="-20"/>
            <a:ext cx="4606275" cy="5143519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9"/>
          <p:cNvSpPr txBox="1"/>
          <p:nvPr>
            <p:ph type="ctrTitle"/>
          </p:nvPr>
        </p:nvSpPr>
        <p:spPr>
          <a:xfrm>
            <a:off x="342900" y="142225"/>
            <a:ext cx="4080600" cy="168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/>
        </p:txBody>
      </p:sp>
      <p:pic>
        <p:nvPicPr>
          <p:cNvPr id="77" name="Google Shape;77;p19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9"/>
          <p:cNvSpPr txBox="1"/>
          <p:nvPr>
            <p:ph idx="1" type="body"/>
          </p:nvPr>
        </p:nvSpPr>
        <p:spPr>
          <a:xfrm>
            <a:off x="342900" y="1947550"/>
            <a:ext cx="4080600" cy="287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with body half picture lens 1">
  <p:cSld name="TITLE_3_1_1_1_1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20" title="Armillary sphere - lowres.jpg"/>
          <p:cNvPicPr preferRelativeResize="0"/>
          <p:nvPr/>
        </p:nvPicPr>
        <p:blipFill rotWithShape="1">
          <a:blip r:embed="rId2">
            <a:alphaModFix/>
          </a:blip>
          <a:srcRect b="0" l="24814" r="24809" t="0"/>
          <a:stretch/>
        </p:blipFill>
        <p:spPr>
          <a:xfrm>
            <a:off x="4537725" y="-20"/>
            <a:ext cx="4606275" cy="5143519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0"/>
          <p:cNvSpPr txBox="1"/>
          <p:nvPr>
            <p:ph type="ctrTitle"/>
          </p:nvPr>
        </p:nvSpPr>
        <p:spPr>
          <a:xfrm>
            <a:off x="342900" y="142225"/>
            <a:ext cx="4052400" cy="168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2800"/>
              <a:buFont typeface="Syne Medium"/>
              <a:buNone/>
              <a:defRPr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200"/>
              <a:buFont typeface="Syne Medium"/>
              <a:buNone/>
              <a:defRPr sz="7200">
                <a:latin typeface="Syne Medium"/>
                <a:ea typeface="Syne Medium"/>
                <a:cs typeface="Syne Medium"/>
                <a:sym typeface="Syne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7200"/>
              <a:buFont typeface="Syne Medium"/>
              <a:buNone/>
              <a:defRPr sz="7200">
                <a:latin typeface="Syne Medium"/>
                <a:ea typeface="Syne Medium"/>
                <a:cs typeface="Syne Medium"/>
                <a:sym typeface="Syne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7200"/>
              <a:buFont typeface="Syne Medium"/>
              <a:buNone/>
              <a:defRPr sz="7200">
                <a:latin typeface="Syne Medium"/>
                <a:ea typeface="Syne Medium"/>
                <a:cs typeface="Syne Medium"/>
                <a:sym typeface="Syne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7200"/>
              <a:buFont typeface="Syne Medium"/>
              <a:buNone/>
              <a:defRPr sz="7200">
                <a:latin typeface="Syne Medium"/>
                <a:ea typeface="Syne Medium"/>
                <a:cs typeface="Syne Medium"/>
                <a:sym typeface="Syne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7200"/>
              <a:buFont typeface="Syne Medium"/>
              <a:buNone/>
              <a:defRPr sz="7200">
                <a:latin typeface="Syne Medium"/>
                <a:ea typeface="Syne Medium"/>
                <a:cs typeface="Syne Medium"/>
                <a:sym typeface="Syne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7200"/>
              <a:buFont typeface="Syne Medium"/>
              <a:buNone/>
              <a:defRPr sz="7200">
                <a:latin typeface="Syne Medium"/>
                <a:ea typeface="Syne Medium"/>
                <a:cs typeface="Syne Medium"/>
                <a:sym typeface="Syne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7200"/>
              <a:buFont typeface="Syne Medium"/>
              <a:buNone/>
              <a:defRPr sz="7200">
                <a:latin typeface="Syne Medium"/>
                <a:ea typeface="Syne Medium"/>
                <a:cs typeface="Syne Medium"/>
                <a:sym typeface="Syne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7200"/>
              <a:buFont typeface="Syne Medium"/>
              <a:buNone/>
              <a:defRPr sz="7200"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/>
        </p:txBody>
      </p:sp>
      <p:sp>
        <p:nvSpPr>
          <p:cNvPr id="82" name="Google Shape;82;p20"/>
          <p:cNvSpPr txBox="1"/>
          <p:nvPr>
            <p:ph idx="1" type="body"/>
          </p:nvPr>
        </p:nvSpPr>
        <p:spPr>
          <a:xfrm>
            <a:off x="342900" y="1947550"/>
            <a:ext cx="4052400" cy="287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83" name="Google Shape;83;p20" title="Logo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68623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greengrid1">
  <p:cSld name="TITLE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1" title="perspective_lightgreen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21"/>
          <p:cNvSpPr txBox="1"/>
          <p:nvPr>
            <p:ph type="ctrTitle"/>
          </p:nvPr>
        </p:nvSpPr>
        <p:spPr>
          <a:xfrm>
            <a:off x="327525" y="2251375"/>
            <a:ext cx="8473500" cy="2629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Font typeface="Syne ExtraBold"/>
              <a:buNone/>
              <a:defRPr sz="72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7" name="Google Shape;87;p21"/>
          <p:cNvSpPr txBox="1"/>
          <p:nvPr>
            <p:ph idx="1" type="subTitle"/>
          </p:nvPr>
        </p:nvSpPr>
        <p:spPr>
          <a:xfrm>
            <a:off x="327525" y="1254575"/>
            <a:ext cx="8473500" cy="7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88" name="Google Shape;88;p21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greengrid2">
  <p:cSld name="TITLE_1_2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22" title="perspective_lightgreen 2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2"/>
          <p:cNvSpPr txBox="1"/>
          <p:nvPr>
            <p:ph type="ctrTitle"/>
          </p:nvPr>
        </p:nvSpPr>
        <p:spPr>
          <a:xfrm>
            <a:off x="327525" y="2251375"/>
            <a:ext cx="8473500" cy="2628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Font typeface="Syne ExtraBold"/>
              <a:buNone/>
              <a:defRPr sz="72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92" name="Google Shape;92;p22"/>
          <p:cNvSpPr txBox="1"/>
          <p:nvPr>
            <p:ph idx="1" type="subTitle"/>
          </p:nvPr>
        </p:nvSpPr>
        <p:spPr>
          <a:xfrm>
            <a:off x="327525" y="1254575"/>
            <a:ext cx="8473500" cy="7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93" name="Google Shape;93;p22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674" y="142223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greendots">
  <p:cSld name="TITLE_1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3" title="dots_white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23"/>
          <p:cNvSpPr txBox="1"/>
          <p:nvPr>
            <p:ph type="ctrTitle"/>
          </p:nvPr>
        </p:nvSpPr>
        <p:spPr>
          <a:xfrm>
            <a:off x="342900" y="2263725"/>
            <a:ext cx="8458200" cy="2629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Font typeface="Syne ExtraBold"/>
              <a:buNone/>
              <a:defRPr sz="72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97" name="Google Shape;97;p23"/>
          <p:cNvSpPr txBox="1"/>
          <p:nvPr>
            <p:ph idx="1" type="subTitle"/>
          </p:nvPr>
        </p:nvSpPr>
        <p:spPr>
          <a:xfrm>
            <a:off x="342900" y="1254575"/>
            <a:ext cx="8458200" cy="7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98" name="Google Shape;98;p23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green">
  <p:cSld name="TITLE_1_1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/>
          <p:nvPr>
            <p:ph type="ctrTitle"/>
          </p:nvPr>
        </p:nvSpPr>
        <p:spPr>
          <a:xfrm>
            <a:off x="342900" y="2251375"/>
            <a:ext cx="8458200" cy="2629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Font typeface="Syne ExtraBold"/>
              <a:buNone/>
              <a:defRPr sz="72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01" name="Google Shape;101;p24"/>
          <p:cNvSpPr txBox="1"/>
          <p:nvPr>
            <p:ph idx="1" type="subTitle"/>
          </p:nvPr>
        </p:nvSpPr>
        <p:spPr>
          <a:xfrm>
            <a:off x="342900" y="1254575"/>
            <a:ext cx="8458200" cy="7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102" name="Google Shape;102;p24" title="Logo sand RGB@2x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half picture box">
  <p:cSld name="TITLE_1_1_1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25" title="Box - lowres.jpg"/>
          <p:cNvPicPr preferRelativeResize="0"/>
          <p:nvPr/>
        </p:nvPicPr>
        <p:blipFill rotWithShape="1">
          <a:blip r:embed="rId2">
            <a:alphaModFix/>
          </a:blip>
          <a:srcRect b="0" l="24814" r="24809" t="0"/>
          <a:stretch/>
        </p:blipFill>
        <p:spPr>
          <a:xfrm>
            <a:off x="4537725" y="-20"/>
            <a:ext cx="4606275" cy="5143519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5"/>
          <p:cNvSpPr txBox="1"/>
          <p:nvPr>
            <p:ph type="ctrTitle"/>
          </p:nvPr>
        </p:nvSpPr>
        <p:spPr>
          <a:xfrm>
            <a:off x="342900" y="2251375"/>
            <a:ext cx="4089900" cy="2629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400"/>
              <a:buFont typeface="Syne ExtraBold"/>
              <a:buNone/>
              <a:defRPr sz="44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None/>
              <a:defRPr sz="72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06" name="Google Shape;106;p25"/>
          <p:cNvSpPr txBox="1"/>
          <p:nvPr>
            <p:ph idx="1" type="subTitle"/>
          </p:nvPr>
        </p:nvSpPr>
        <p:spPr>
          <a:xfrm>
            <a:off x="342900" y="1254575"/>
            <a:ext cx="4089900" cy="7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1" sz="2800"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107" name="Google Shape;107;p25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yellowgrid1">
  <p:cSld name="TITLE_2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26" title="perspective_lightgreen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6"/>
          <p:cNvSpPr txBox="1"/>
          <p:nvPr>
            <p:ph type="ctrTitle"/>
          </p:nvPr>
        </p:nvSpPr>
        <p:spPr>
          <a:xfrm>
            <a:off x="327525" y="2263750"/>
            <a:ext cx="8473500" cy="2616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ExtraBold"/>
              <a:buNone/>
              <a:defRPr sz="72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111" name="Google Shape;111;p26"/>
          <p:cNvSpPr txBox="1"/>
          <p:nvPr>
            <p:ph idx="1" type="subTitle"/>
          </p:nvPr>
        </p:nvSpPr>
        <p:spPr>
          <a:xfrm>
            <a:off x="327525" y="1254575"/>
            <a:ext cx="8473500" cy="7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Syne Medium"/>
              <a:buNone/>
              <a:defRPr sz="1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yellowgrid2">
  <p:cSld name="TITLE_2_2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27" title="perspective_lightgreen 2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7"/>
          <p:cNvSpPr txBox="1"/>
          <p:nvPr>
            <p:ph type="ctrTitle"/>
          </p:nvPr>
        </p:nvSpPr>
        <p:spPr>
          <a:xfrm>
            <a:off x="327525" y="2276100"/>
            <a:ext cx="8473500" cy="2616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ExtraBold"/>
              <a:buNone/>
              <a:defRPr sz="72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115" name="Google Shape;115;p27"/>
          <p:cNvSpPr txBox="1"/>
          <p:nvPr>
            <p:ph idx="1" type="subTitle"/>
          </p:nvPr>
        </p:nvSpPr>
        <p:spPr>
          <a:xfrm>
            <a:off x="327525" y="1254575"/>
            <a:ext cx="8504700" cy="7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Syne Medium"/>
              <a:buNone/>
              <a:defRPr sz="1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act Info grid2">
  <p:cSld name="TITLE_2_2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8" title="perspective_lightgreen 2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8"/>
          <p:cNvSpPr txBox="1"/>
          <p:nvPr/>
        </p:nvSpPr>
        <p:spPr>
          <a:xfrm>
            <a:off x="316900" y="1818575"/>
            <a:ext cx="46761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dk1"/>
                </a:solidFill>
                <a:latin typeface="Syne ExtraBold"/>
                <a:ea typeface="Syne ExtraBold"/>
                <a:cs typeface="Syne ExtraBold"/>
                <a:sym typeface="Syne ExtraBold"/>
              </a:rPr>
              <a:t>Contact for more info</a:t>
            </a:r>
            <a:endParaRPr sz="2800">
              <a:solidFill>
                <a:schemeClr val="dk1"/>
              </a:solidFill>
              <a:latin typeface="Syne ExtraBold"/>
              <a:ea typeface="Syne ExtraBold"/>
              <a:cs typeface="Syne ExtraBold"/>
              <a:sym typeface="Syne ExtraBold"/>
            </a:endParaRPr>
          </a:p>
        </p:txBody>
      </p:sp>
      <p:sp>
        <p:nvSpPr>
          <p:cNvPr id="119" name="Google Shape;119;p28"/>
          <p:cNvSpPr txBox="1"/>
          <p:nvPr/>
        </p:nvSpPr>
        <p:spPr>
          <a:xfrm>
            <a:off x="316900" y="1025975"/>
            <a:ext cx="84843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081F09"/>
                </a:solidFill>
                <a:latin typeface="Syne"/>
                <a:ea typeface="Syne"/>
                <a:cs typeface="Syne"/>
                <a:sym typeface="Syne"/>
              </a:rPr>
              <a:t>Think Beyond AI</a:t>
            </a:r>
            <a:endParaRPr b="1" sz="1600">
              <a:solidFill>
                <a:srgbClr val="081F09"/>
              </a:solidFill>
              <a:latin typeface="Syne"/>
              <a:ea typeface="Syne"/>
              <a:cs typeface="Syne"/>
              <a:sym typeface="Syne"/>
            </a:endParaRPr>
          </a:p>
        </p:txBody>
      </p:sp>
      <p:sp>
        <p:nvSpPr>
          <p:cNvPr id="120" name="Google Shape;120;p28"/>
          <p:cNvSpPr txBox="1"/>
          <p:nvPr>
            <p:ph idx="1" type="body"/>
          </p:nvPr>
        </p:nvSpPr>
        <p:spPr>
          <a:xfrm>
            <a:off x="1299900" y="2880400"/>
            <a:ext cx="3232800" cy="785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●"/>
              <a:defRPr sz="1200">
                <a:latin typeface="Afacad"/>
                <a:ea typeface="Afacad"/>
                <a:cs typeface="Afacad"/>
                <a:sym typeface="Afacad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○"/>
              <a:defRPr sz="1200">
                <a:latin typeface="Afacad"/>
                <a:ea typeface="Afacad"/>
                <a:cs typeface="Afacad"/>
                <a:sym typeface="Afacad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■"/>
              <a:defRPr sz="1200">
                <a:latin typeface="Afacad"/>
                <a:ea typeface="Afacad"/>
                <a:cs typeface="Afacad"/>
                <a:sym typeface="Afacad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●"/>
              <a:defRPr sz="1200">
                <a:latin typeface="Afacad"/>
                <a:ea typeface="Afacad"/>
                <a:cs typeface="Afacad"/>
                <a:sym typeface="Afacad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○"/>
              <a:defRPr sz="1200">
                <a:latin typeface="Afacad"/>
                <a:ea typeface="Afacad"/>
                <a:cs typeface="Afacad"/>
                <a:sym typeface="Afacad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■"/>
              <a:defRPr sz="1200">
                <a:latin typeface="Afacad"/>
                <a:ea typeface="Afacad"/>
                <a:cs typeface="Afacad"/>
                <a:sym typeface="Afacad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●"/>
              <a:defRPr sz="1200">
                <a:latin typeface="Afacad"/>
                <a:ea typeface="Afacad"/>
                <a:cs typeface="Afacad"/>
                <a:sym typeface="Afacad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○"/>
              <a:defRPr sz="1200">
                <a:latin typeface="Afacad"/>
                <a:ea typeface="Afacad"/>
                <a:cs typeface="Afacad"/>
                <a:sym typeface="Afacad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■"/>
              <a:defRPr sz="1200">
                <a:latin typeface="Afacad"/>
                <a:ea typeface="Afacad"/>
                <a:cs typeface="Afacad"/>
                <a:sym typeface="Afacad"/>
              </a:defRPr>
            </a:lvl9pPr>
          </a:lstStyle>
          <a:p/>
        </p:txBody>
      </p:sp>
      <p:sp>
        <p:nvSpPr>
          <p:cNvPr id="121" name="Google Shape;121;p28"/>
          <p:cNvSpPr/>
          <p:nvPr>
            <p:ph idx="2" type="pic"/>
          </p:nvPr>
        </p:nvSpPr>
        <p:spPr>
          <a:xfrm>
            <a:off x="316911" y="2834500"/>
            <a:ext cx="877200" cy="8772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22" name="Google Shape;122;p28"/>
          <p:cNvSpPr txBox="1"/>
          <p:nvPr>
            <p:ph idx="3" type="body"/>
          </p:nvPr>
        </p:nvSpPr>
        <p:spPr>
          <a:xfrm>
            <a:off x="5568350" y="2880400"/>
            <a:ext cx="3232800" cy="785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●"/>
              <a:defRPr sz="1200">
                <a:latin typeface="Afacad"/>
                <a:ea typeface="Afacad"/>
                <a:cs typeface="Afacad"/>
                <a:sym typeface="Afacad"/>
              </a:defRPr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○"/>
              <a:defRPr sz="1200">
                <a:latin typeface="Afacad"/>
                <a:ea typeface="Afacad"/>
                <a:cs typeface="Afacad"/>
                <a:sym typeface="Afacad"/>
              </a:defRPr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■"/>
              <a:defRPr sz="1200">
                <a:latin typeface="Afacad"/>
                <a:ea typeface="Afacad"/>
                <a:cs typeface="Afacad"/>
                <a:sym typeface="Afacad"/>
              </a:defRPr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●"/>
              <a:defRPr sz="1200">
                <a:latin typeface="Afacad"/>
                <a:ea typeface="Afacad"/>
                <a:cs typeface="Afacad"/>
                <a:sym typeface="Afacad"/>
              </a:defRPr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○"/>
              <a:defRPr sz="1200">
                <a:latin typeface="Afacad"/>
                <a:ea typeface="Afacad"/>
                <a:cs typeface="Afacad"/>
                <a:sym typeface="Afacad"/>
              </a:defRPr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■"/>
              <a:defRPr sz="1200">
                <a:latin typeface="Afacad"/>
                <a:ea typeface="Afacad"/>
                <a:cs typeface="Afacad"/>
                <a:sym typeface="Afacad"/>
              </a:defRPr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●"/>
              <a:defRPr sz="1200">
                <a:latin typeface="Afacad"/>
                <a:ea typeface="Afacad"/>
                <a:cs typeface="Afacad"/>
                <a:sym typeface="Afacad"/>
              </a:defRPr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○"/>
              <a:defRPr sz="1200">
                <a:latin typeface="Afacad"/>
                <a:ea typeface="Afacad"/>
                <a:cs typeface="Afacad"/>
                <a:sym typeface="Afacad"/>
              </a:defRPr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Font typeface="Afacad"/>
              <a:buChar char="■"/>
              <a:defRPr sz="1200">
                <a:latin typeface="Afacad"/>
                <a:ea typeface="Afacad"/>
                <a:cs typeface="Afacad"/>
                <a:sym typeface="Afacad"/>
              </a:defRPr>
            </a:lvl9pPr>
          </a:lstStyle>
          <a:p/>
        </p:txBody>
      </p:sp>
      <p:sp>
        <p:nvSpPr>
          <p:cNvPr id="123" name="Google Shape;123;p28"/>
          <p:cNvSpPr/>
          <p:nvPr>
            <p:ph idx="4" type="pic"/>
          </p:nvPr>
        </p:nvSpPr>
        <p:spPr>
          <a:xfrm>
            <a:off x="4611923" y="2834500"/>
            <a:ext cx="877200" cy="877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yellowdots">
  <p:cSld name="TITLE_2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9" title="dots_dark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9"/>
          <p:cNvSpPr txBox="1"/>
          <p:nvPr>
            <p:ph type="ctrTitle"/>
          </p:nvPr>
        </p:nvSpPr>
        <p:spPr>
          <a:xfrm>
            <a:off x="327525" y="2263725"/>
            <a:ext cx="8473500" cy="2628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ExtraBold"/>
              <a:buNone/>
              <a:defRPr sz="72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127" name="Google Shape;127;p29"/>
          <p:cNvSpPr txBox="1"/>
          <p:nvPr>
            <p:ph idx="1" type="subTitle"/>
          </p:nvPr>
        </p:nvSpPr>
        <p:spPr>
          <a:xfrm>
            <a:off x="327525" y="1254575"/>
            <a:ext cx="8473500" cy="7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Syne Medium"/>
              <a:buNone/>
              <a:defRPr sz="1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yellow">
  <p:cSld name="TITLE_2_1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0"/>
          <p:cNvSpPr txBox="1"/>
          <p:nvPr>
            <p:ph type="ctrTitle"/>
          </p:nvPr>
        </p:nvSpPr>
        <p:spPr>
          <a:xfrm>
            <a:off x="327525" y="2263725"/>
            <a:ext cx="8473500" cy="2629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200"/>
              <a:buFont typeface="Syne ExtraBold"/>
              <a:buNone/>
              <a:defRPr sz="72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130" name="Google Shape;130;p30"/>
          <p:cNvSpPr txBox="1"/>
          <p:nvPr>
            <p:ph idx="1" type="subTitle"/>
          </p:nvPr>
        </p:nvSpPr>
        <p:spPr>
          <a:xfrm>
            <a:off x="327525" y="1254575"/>
            <a:ext cx="8473500" cy="7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Syne Medium"/>
              <a:buNone/>
              <a:defRPr sz="1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sandgrid1" type="secHead">
  <p:cSld name="SECTION_HEADER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31" title="perspective_lightgreen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1"/>
          <p:cNvSpPr txBox="1"/>
          <p:nvPr>
            <p:ph type="title"/>
          </p:nvPr>
        </p:nvSpPr>
        <p:spPr>
          <a:xfrm>
            <a:off x="342900" y="2150850"/>
            <a:ext cx="84582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Font typeface="Syne Medium"/>
              <a:buNone/>
              <a:defRPr sz="3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sandgrid2">
  <p:cSld name="SECTION_HEADER_4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32" title="perspective_lightgreen 2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32"/>
          <p:cNvSpPr txBox="1"/>
          <p:nvPr>
            <p:ph type="title"/>
          </p:nvPr>
        </p:nvSpPr>
        <p:spPr>
          <a:xfrm>
            <a:off x="342900" y="2150850"/>
            <a:ext cx="84582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Font typeface="Syne Medium"/>
              <a:buNone/>
              <a:defRPr sz="3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sanddots">
  <p:cSld name="SECTION_HEADER_3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33" title="dots_lightgreen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3"/>
          <p:cNvSpPr txBox="1"/>
          <p:nvPr>
            <p:ph type="title"/>
          </p:nvPr>
        </p:nvSpPr>
        <p:spPr>
          <a:xfrm>
            <a:off x="342900" y="2150850"/>
            <a:ext cx="84582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Font typeface="Syne Medium"/>
              <a:buNone/>
              <a:defRPr sz="3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sand">
  <p:cSld name="SECTION_HEADER_3_1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4"/>
          <p:cNvSpPr txBox="1"/>
          <p:nvPr>
            <p:ph type="title"/>
          </p:nvPr>
        </p:nvSpPr>
        <p:spPr>
          <a:xfrm>
            <a:off x="342900" y="2150850"/>
            <a:ext cx="84582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Font typeface="Syne Medium"/>
              <a:buNone/>
              <a:defRPr sz="3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greengrid1">
  <p:cSld name="SECTION_HEADER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35" title="perspective_lightgreen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35"/>
          <p:cNvSpPr txBox="1"/>
          <p:nvPr>
            <p:ph type="title"/>
          </p:nvPr>
        </p:nvSpPr>
        <p:spPr>
          <a:xfrm>
            <a:off x="342900" y="2150850"/>
            <a:ext cx="84894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Syne Medium"/>
              <a:buNone/>
              <a:defRPr sz="3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145" name="Google Shape;145;p35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379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x2 body with. subheader green grid1">
  <p:cSld name="SECTION_HEADER_1_3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36" title="perspective_lightgreen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36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6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50" name="Google Shape;150;p36"/>
          <p:cNvSpPr txBox="1"/>
          <p:nvPr>
            <p:ph idx="1" type="body"/>
          </p:nvPr>
        </p:nvSpPr>
        <p:spPr>
          <a:xfrm>
            <a:off x="342900" y="2127629"/>
            <a:ext cx="3751800" cy="23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>
                <a:solidFill>
                  <a:schemeClr val="lt2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51" name="Google Shape;151;p36"/>
          <p:cNvSpPr txBox="1"/>
          <p:nvPr>
            <p:ph idx="2" type="body"/>
          </p:nvPr>
        </p:nvSpPr>
        <p:spPr>
          <a:xfrm>
            <a:off x="5049299" y="2127629"/>
            <a:ext cx="3751800" cy="23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>
                <a:solidFill>
                  <a:schemeClr val="lt2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52" name="Google Shape;152;p36"/>
          <p:cNvSpPr txBox="1"/>
          <p:nvPr>
            <p:ph idx="3" type="subTitle"/>
          </p:nvPr>
        </p:nvSpPr>
        <p:spPr>
          <a:xfrm>
            <a:off x="342900" y="1670050"/>
            <a:ext cx="3751800" cy="35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/>
        </p:txBody>
      </p:sp>
      <p:sp>
        <p:nvSpPr>
          <p:cNvPr id="153" name="Google Shape;153;p36"/>
          <p:cNvSpPr txBox="1"/>
          <p:nvPr>
            <p:ph idx="4" type="subTitle"/>
          </p:nvPr>
        </p:nvSpPr>
        <p:spPr>
          <a:xfrm>
            <a:off x="5049299" y="1670050"/>
            <a:ext cx="3751800" cy="35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Syne Medium"/>
              <a:buNone/>
              <a:defRPr sz="1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greengrid2">
  <p:cSld name="SECTION_HEADER_1_2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37" title="perspective_lightgreen 2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37"/>
          <p:cNvSpPr txBox="1"/>
          <p:nvPr>
            <p:ph type="title"/>
          </p:nvPr>
        </p:nvSpPr>
        <p:spPr>
          <a:xfrm>
            <a:off x="342900" y="2150850"/>
            <a:ext cx="84894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Syne Medium"/>
              <a:buNone/>
              <a:defRPr sz="3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157" name="Google Shape;157;p37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379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greendots">
  <p:cSld name="SECTION_HEADER_1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38" title="dots_white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38"/>
          <p:cNvSpPr txBox="1"/>
          <p:nvPr>
            <p:ph type="title"/>
          </p:nvPr>
        </p:nvSpPr>
        <p:spPr>
          <a:xfrm>
            <a:off x="342900" y="2150850"/>
            <a:ext cx="84894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Syne Medium"/>
              <a:buNone/>
              <a:defRPr sz="3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161" name="Google Shape;161;p38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379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green">
  <p:cSld name="SECTION_HEADER_1_1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9"/>
          <p:cNvSpPr txBox="1"/>
          <p:nvPr>
            <p:ph type="title"/>
          </p:nvPr>
        </p:nvSpPr>
        <p:spPr>
          <a:xfrm>
            <a:off x="342900" y="2150850"/>
            <a:ext cx="84894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Syne Medium"/>
              <a:buNone/>
              <a:defRPr sz="3600">
                <a:solidFill>
                  <a:schemeClr val="lt2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164" name="Google Shape;164;p39" title="Logo sand RGB@2x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379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yellowgrid1">
  <p:cSld name="SECTION_HEADER_2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0" title="perspective_lightgreen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40"/>
          <p:cNvSpPr txBox="1"/>
          <p:nvPr>
            <p:ph type="title"/>
          </p:nvPr>
        </p:nvSpPr>
        <p:spPr>
          <a:xfrm>
            <a:off x="342900" y="2057400"/>
            <a:ext cx="8458200" cy="76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Font typeface="Syne Medium"/>
              <a:buNone/>
              <a:defRPr sz="3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x2 body with subheader lime grid1">
  <p:cSld name="SECTION_HEADER_2_3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41" title="perspective_lightgreen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41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71" name="Google Shape;171;p41"/>
          <p:cNvSpPr txBox="1"/>
          <p:nvPr>
            <p:ph idx="1" type="body"/>
          </p:nvPr>
        </p:nvSpPr>
        <p:spPr>
          <a:xfrm>
            <a:off x="342900" y="2127625"/>
            <a:ext cx="3751800" cy="23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72" name="Google Shape;172;p41"/>
          <p:cNvSpPr txBox="1"/>
          <p:nvPr>
            <p:ph idx="2" type="subTitle"/>
          </p:nvPr>
        </p:nvSpPr>
        <p:spPr>
          <a:xfrm>
            <a:off x="342900" y="1670050"/>
            <a:ext cx="3751800" cy="35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73" name="Google Shape;173;p41"/>
          <p:cNvSpPr txBox="1"/>
          <p:nvPr>
            <p:ph idx="3" type="subTitle"/>
          </p:nvPr>
        </p:nvSpPr>
        <p:spPr>
          <a:xfrm>
            <a:off x="5145600" y="1670050"/>
            <a:ext cx="3655500" cy="35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74" name="Google Shape;174;p41"/>
          <p:cNvSpPr txBox="1"/>
          <p:nvPr>
            <p:ph idx="4" type="body"/>
          </p:nvPr>
        </p:nvSpPr>
        <p:spPr>
          <a:xfrm>
            <a:off x="5049400" y="2127625"/>
            <a:ext cx="3751800" cy="23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yellowgrid2">
  <p:cSld name="SECTION_HEADER_2_2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42" title="perspective_lightgreen 2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2"/>
          <p:cNvSpPr txBox="1"/>
          <p:nvPr>
            <p:ph type="title"/>
          </p:nvPr>
        </p:nvSpPr>
        <p:spPr>
          <a:xfrm>
            <a:off x="342900" y="2057400"/>
            <a:ext cx="8458200" cy="76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Font typeface="Syne Medium"/>
              <a:buNone/>
              <a:defRPr sz="3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yellowdots">
  <p:cSld name="SECTION_HEADER_2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43" title="dots_dark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43"/>
          <p:cNvSpPr txBox="1"/>
          <p:nvPr>
            <p:ph type="title"/>
          </p:nvPr>
        </p:nvSpPr>
        <p:spPr>
          <a:xfrm>
            <a:off x="342900" y="2057400"/>
            <a:ext cx="8458200" cy="76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Font typeface="Syne Medium"/>
              <a:buNone/>
              <a:defRPr sz="3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yellow">
  <p:cSld name="SECTION_HEADER_2_1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4"/>
          <p:cNvSpPr txBox="1"/>
          <p:nvPr>
            <p:ph type="title"/>
          </p:nvPr>
        </p:nvSpPr>
        <p:spPr>
          <a:xfrm>
            <a:off x="342900" y="2057400"/>
            <a:ext cx="8458200" cy="76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Font typeface="Syne Medium"/>
              <a:buNone/>
              <a:defRPr sz="3600"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full picture statue">
  <p:cSld name="SECTION_HEADER_2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45"/>
          <p:cNvSpPr txBox="1"/>
          <p:nvPr>
            <p:ph type="title"/>
          </p:nvPr>
        </p:nvSpPr>
        <p:spPr>
          <a:xfrm>
            <a:off x="342900" y="2057400"/>
            <a:ext cx="8458200" cy="76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Syne Medium"/>
              <a:buNone/>
              <a:defRPr sz="3600">
                <a:solidFill>
                  <a:schemeClr val="lt1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pic>
        <p:nvPicPr>
          <p:cNvPr id="185" name="Google Shape;185;p45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59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full picture lens">
  <p:cSld name="SECTION_HEADER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46"/>
          <p:cNvSpPr txBox="1"/>
          <p:nvPr>
            <p:ph type="title"/>
          </p:nvPr>
        </p:nvSpPr>
        <p:spPr>
          <a:xfrm>
            <a:off x="342900" y="2057400"/>
            <a:ext cx="8489400" cy="76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Syne Medium"/>
              <a:buNone/>
              <a:defRPr sz="3600">
                <a:solidFill>
                  <a:schemeClr val="lt1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pic>
        <p:nvPicPr>
          <p:cNvPr id="188" name="Google Shape;188;p46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37959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full picture ceiling">
  <p:cSld name="SECTION_HEADER_2_1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47"/>
          <p:cNvSpPr txBox="1"/>
          <p:nvPr>
            <p:ph type="title"/>
          </p:nvPr>
        </p:nvSpPr>
        <p:spPr>
          <a:xfrm>
            <a:off x="342900" y="2057400"/>
            <a:ext cx="8458200" cy="76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Syne Medium"/>
              <a:buNone/>
              <a:defRPr sz="3600">
                <a:solidFill>
                  <a:schemeClr val="lt1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sand" type="tx">
  <p:cSld name="TITLE_AND_BODY"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48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3" name="Google Shape;193;p48"/>
          <p:cNvSpPr txBox="1"/>
          <p:nvPr>
            <p:ph idx="1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green">
  <p:cSld name="TITLE_AND_BODY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Google Shape;195;p49" title="Logo sand RGB@2x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06759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49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97" name="Google Shape;197;p49"/>
          <p:cNvSpPr txBox="1"/>
          <p:nvPr>
            <p:ph idx="1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>
                <a:solidFill>
                  <a:schemeClr val="lt2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yellow">
  <p:cSld name="TITLE_AND_BODY_2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50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0" name="Google Shape;200;p50"/>
          <p:cNvSpPr txBox="1"/>
          <p:nvPr>
            <p:ph idx="1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mask picture">
  <p:cSld name="TITLE_AND_BODY_2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51" title="Mask@0.5x.jpg"/>
          <p:cNvPicPr preferRelativeResize="0"/>
          <p:nvPr/>
        </p:nvPicPr>
        <p:blipFill rotWithShape="1">
          <a:blip r:embed="rId2">
            <a:alphaModFix/>
          </a:blip>
          <a:srcRect b="0" l="8641" r="25547" t="0"/>
          <a:stretch/>
        </p:blipFill>
        <p:spPr>
          <a:xfrm>
            <a:off x="0" y="-43325"/>
            <a:ext cx="9144003" cy="5230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51"/>
          <p:cNvSpPr txBox="1"/>
          <p:nvPr>
            <p:ph type="title"/>
          </p:nvPr>
        </p:nvSpPr>
        <p:spPr>
          <a:xfrm>
            <a:off x="342900" y="333875"/>
            <a:ext cx="7636500" cy="88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04" name="Google Shape;204;p51"/>
          <p:cNvSpPr txBox="1"/>
          <p:nvPr>
            <p:ph idx="1" type="body"/>
          </p:nvPr>
        </p:nvSpPr>
        <p:spPr>
          <a:xfrm>
            <a:off x="342900" y="1152475"/>
            <a:ext cx="5737500" cy="361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>
                <a:solidFill>
                  <a:schemeClr val="lt2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205" name="Google Shape;205;p51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59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statue picture">
  <p:cSld name="TITLE_AND_BODY_2_1_2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52" title="Statue woman@0.5x.jpg"/>
          <p:cNvPicPr preferRelativeResize="0"/>
          <p:nvPr/>
        </p:nvPicPr>
        <p:blipFill rotWithShape="1">
          <a:blip r:embed="rId2">
            <a:alphaModFix/>
          </a:blip>
          <a:srcRect b="0" l="11932" r="22252" t="0"/>
          <a:stretch/>
        </p:blipFill>
        <p:spPr>
          <a:xfrm>
            <a:off x="0" y="-43325"/>
            <a:ext cx="9144003" cy="5230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52"/>
          <p:cNvSpPr txBox="1"/>
          <p:nvPr>
            <p:ph type="title"/>
          </p:nvPr>
        </p:nvSpPr>
        <p:spPr>
          <a:xfrm>
            <a:off x="92400" y="333875"/>
            <a:ext cx="7377000" cy="88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09" name="Google Shape;209;p52"/>
          <p:cNvSpPr txBox="1"/>
          <p:nvPr>
            <p:ph idx="1" type="body"/>
          </p:nvPr>
        </p:nvSpPr>
        <p:spPr>
          <a:xfrm>
            <a:off x="92400" y="1152475"/>
            <a:ext cx="5988000" cy="361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>
                <a:solidFill>
                  <a:schemeClr val="lt2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210" name="Google Shape;210;p52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59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lens picture">
  <p:cSld name="TITLE_AND_BODY_2_1_2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53" title="Telescope@0.5x.jpg"/>
          <p:cNvPicPr preferRelativeResize="0"/>
          <p:nvPr/>
        </p:nvPicPr>
        <p:blipFill rotWithShape="1">
          <a:blip r:embed="rId2">
            <a:alphaModFix/>
          </a:blip>
          <a:srcRect b="0" l="12479" r="21700" t="0"/>
          <a:stretch/>
        </p:blipFill>
        <p:spPr>
          <a:xfrm>
            <a:off x="0" y="-43325"/>
            <a:ext cx="9144003" cy="5230175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3"/>
          <p:cNvSpPr txBox="1"/>
          <p:nvPr>
            <p:ph type="title"/>
          </p:nvPr>
        </p:nvSpPr>
        <p:spPr>
          <a:xfrm>
            <a:off x="342900" y="333875"/>
            <a:ext cx="7101300" cy="88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14" name="Google Shape;214;p53"/>
          <p:cNvSpPr txBox="1"/>
          <p:nvPr>
            <p:ph idx="1" type="body"/>
          </p:nvPr>
        </p:nvSpPr>
        <p:spPr>
          <a:xfrm>
            <a:off x="342900" y="1152475"/>
            <a:ext cx="5737500" cy="361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>
                <a:solidFill>
                  <a:schemeClr val="lt2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215" name="Google Shape;215;p53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59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hand picture">
  <p:cSld name="TITLE_AND_BODY_2_1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p54" title="Hand@0.5x.jpg"/>
          <p:cNvPicPr preferRelativeResize="0"/>
          <p:nvPr/>
        </p:nvPicPr>
        <p:blipFill rotWithShape="1">
          <a:blip r:embed="rId2">
            <a:alphaModFix/>
          </a:blip>
          <a:srcRect b="0" l="8733" r="25450" t="0"/>
          <a:stretch/>
        </p:blipFill>
        <p:spPr>
          <a:xfrm>
            <a:off x="0" y="-43325"/>
            <a:ext cx="9144003" cy="5230175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4"/>
          <p:cNvSpPr txBox="1"/>
          <p:nvPr>
            <p:ph type="title"/>
          </p:nvPr>
        </p:nvSpPr>
        <p:spPr>
          <a:xfrm>
            <a:off x="342900" y="333875"/>
            <a:ext cx="7356600" cy="88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19" name="Google Shape;219;p54"/>
          <p:cNvSpPr txBox="1"/>
          <p:nvPr>
            <p:ph idx="1" type="body"/>
          </p:nvPr>
        </p:nvSpPr>
        <p:spPr>
          <a:xfrm>
            <a:off x="342900" y="1152475"/>
            <a:ext cx="5737500" cy="361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20" name="Google Shape;220;p54" title="Logo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8" y="14677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sphere picture">
  <p:cSld name="TITLE_AND_BODY_2_1_1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55" title="Armillary sphere@0.5x.jpg"/>
          <p:cNvPicPr preferRelativeResize="0"/>
          <p:nvPr/>
        </p:nvPicPr>
        <p:blipFill rotWithShape="1">
          <a:blip r:embed="rId2">
            <a:alphaModFix/>
          </a:blip>
          <a:srcRect b="0" l="11103" r="23076" t="0"/>
          <a:stretch/>
        </p:blipFill>
        <p:spPr>
          <a:xfrm>
            <a:off x="0" y="-43325"/>
            <a:ext cx="9143997" cy="5230175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55"/>
          <p:cNvSpPr txBox="1"/>
          <p:nvPr>
            <p:ph type="title"/>
          </p:nvPr>
        </p:nvSpPr>
        <p:spPr>
          <a:xfrm>
            <a:off x="342900" y="333875"/>
            <a:ext cx="7229400" cy="88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24" name="Google Shape;224;p55"/>
          <p:cNvSpPr txBox="1"/>
          <p:nvPr>
            <p:ph idx="1" type="body"/>
          </p:nvPr>
        </p:nvSpPr>
        <p:spPr>
          <a:xfrm>
            <a:off x="342900" y="1152475"/>
            <a:ext cx="5737500" cy="361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25" name="Google Shape;225;p55" title="Logo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8" y="14677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bird picture">
  <p:cSld name="TITLE_AND_BODY_2_1_1_1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56" title="Bird@0.5x.jpg"/>
          <p:cNvPicPr preferRelativeResize="0"/>
          <p:nvPr/>
        </p:nvPicPr>
        <p:blipFill rotWithShape="1">
          <a:blip r:embed="rId2">
            <a:alphaModFix/>
          </a:blip>
          <a:srcRect b="0" l="11563" r="22620" t="0"/>
          <a:stretch/>
        </p:blipFill>
        <p:spPr>
          <a:xfrm>
            <a:off x="0" y="-43325"/>
            <a:ext cx="9144003" cy="5230175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56"/>
          <p:cNvSpPr txBox="1"/>
          <p:nvPr>
            <p:ph type="title"/>
          </p:nvPr>
        </p:nvSpPr>
        <p:spPr>
          <a:xfrm>
            <a:off x="342900" y="333875"/>
            <a:ext cx="5553000" cy="88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29" name="Google Shape;229;p56"/>
          <p:cNvSpPr txBox="1"/>
          <p:nvPr>
            <p:ph idx="1" type="body"/>
          </p:nvPr>
        </p:nvSpPr>
        <p:spPr>
          <a:xfrm>
            <a:off x="342900" y="1152475"/>
            <a:ext cx="5737500" cy="361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30" name="Google Shape;230;p56" title="Logo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8" y="14677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andgrid1">
  <p:cSld name="MAIN_POINT"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2" name="Google Shape;232;p57" title="perspective_lightgreen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57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andgrid2">
  <p:cSld name="MAIN_POINT_1"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58" title="perspective_lightgreen 2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58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anddots">
  <p:cSld name="MAIN_POINT_2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59" title="dots_lightgreen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3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59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and">
  <p:cSld name="MAIN_POINT_3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60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greengrid1">
  <p:cSld name="MAIN_POINT_5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61" title="perspective_lightgreen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61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  <p:pic>
        <p:nvPicPr>
          <p:cNvPr id="245" name="Google Shape;245;p61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greengrid2">
  <p:cSld name="MAIN_POINT_1_2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247;p62" title="perspective_lightgreen 2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62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  <p:pic>
        <p:nvPicPr>
          <p:cNvPr id="249" name="Google Shape;249;p62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greendots">
  <p:cSld name="MAIN_POINT_2_2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63" title="dots_white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63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  <p:pic>
        <p:nvPicPr>
          <p:cNvPr id="253" name="Google Shape;253;p63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green">
  <p:cSld name="MAIN_POINT_3_2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64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yne ExtraBold"/>
              <a:buNone/>
              <a:defRPr sz="6000">
                <a:solidFill>
                  <a:schemeClr val="lt2"/>
                </a:solidFill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  <p:pic>
        <p:nvPicPr>
          <p:cNvPr id="256" name="Google Shape;256;p64" title="Logo sand RGB@2x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yellowgrid1">
  <p:cSld name="MAIN_POINT_4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65" title="perspective_lightgreen.png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65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yellowgrid2">
  <p:cSld name="MAIN_POINT_1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66" title="perspective_lightgreen 2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6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yellowdots">
  <p:cSld name="MAIN_POINT_2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67" title="dots_lightgreen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3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67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yellow">
  <p:cSld name="MAIN_POINT_3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68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1pPr>
            <a:lvl2pPr lvl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2pPr>
            <a:lvl3pPr lvl="2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3pPr>
            <a:lvl4pPr lvl="3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4pPr>
            <a:lvl5pPr lvl="4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5pPr>
            <a:lvl6pPr lvl="5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6pPr>
            <a:lvl7pPr lvl="6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7pPr>
            <a:lvl8pPr lvl="7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8pPr>
            <a:lvl9pPr lvl="8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6000"/>
              <a:buFont typeface="Syne ExtraBold"/>
              <a:buNone/>
              <a:defRPr sz="6000">
                <a:latin typeface="Syne ExtraBold"/>
                <a:ea typeface="Syne ExtraBold"/>
                <a:cs typeface="Syne ExtraBold"/>
                <a:sym typeface="Syne Extra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sand-grid1">
  <p:cSld name="CAPTION_ONLY"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9" name="Google Shape;269;p69" title="perspective_lightgreen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x2 body with subheader grey grid1">
  <p:cSld name="CAPTION_ONLY_5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70" title="perspective_lightgreen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70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3" name="Google Shape;273;p70"/>
          <p:cNvSpPr txBox="1"/>
          <p:nvPr>
            <p:ph idx="1" type="body"/>
          </p:nvPr>
        </p:nvSpPr>
        <p:spPr>
          <a:xfrm>
            <a:off x="342900" y="2127625"/>
            <a:ext cx="3751800" cy="23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74" name="Google Shape;274;p70"/>
          <p:cNvSpPr txBox="1"/>
          <p:nvPr>
            <p:ph idx="2" type="body"/>
          </p:nvPr>
        </p:nvSpPr>
        <p:spPr>
          <a:xfrm>
            <a:off x="5049400" y="2127625"/>
            <a:ext cx="3751800" cy="23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75" name="Google Shape;275;p70"/>
          <p:cNvSpPr txBox="1"/>
          <p:nvPr>
            <p:ph idx="3" type="subTitle"/>
          </p:nvPr>
        </p:nvSpPr>
        <p:spPr>
          <a:xfrm>
            <a:off x="342900" y="1670050"/>
            <a:ext cx="3751800" cy="35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76" name="Google Shape;276;p70"/>
          <p:cNvSpPr txBox="1"/>
          <p:nvPr>
            <p:ph idx="4" type="subTitle"/>
          </p:nvPr>
        </p:nvSpPr>
        <p:spPr>
          <a:xfrm>
            <a:off x="5049400" y="1670050"/>
            <a:ext cx="3751800" cy="35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sand-grid2">
  <p:cSld name="CAPTION_ONLY_4"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Google Shape;278;p71" title="perspective_lightgreen 2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sand-dots">
  <p:cSld name="CAPTION_ONLY_3"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" name="Google Shape;280;p72" title="dots_lightgreen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sand">
  <p:cSld name="CAPTION_ONLY_3_1"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green-grid1">
  <p:cSld name="CAPTION_ONLY_1_1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p74" title="perspective_lightgreen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74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green-grid2">
  <p:cSld name="CAPTION_ONLY_1_1_1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5" title="perspective_lightgreen 2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75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sand-dots">
  <p:cSld name="CAPTION_ONLY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76" title="dots_white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76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sand">
  <p:cSld name="CAPTION_ONLY_1_1">
    <p:bg>
      <p:bgPr>
        <a:gradFill>
          <a:gsLst>
            <a:gs pos="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Google Shape;292;p77" title="Logo sand RGB@2x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 - pattern picture">
  <p:cSld name="CAPTION_ONLY_1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4" name="Google Shape;294;p78" title="Logo sand RGB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6747" y="14222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yellow-grid1">
  <p:cSld name="CAPTION_ONLY_2_1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6" name="Google Shape;296;p79" title="perspective_lightgreen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yellow-grid2">
  <p:cSld name="CAPTION_ONLY_2_1_1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 title="perspective_lightgreen 2.png"/>
          <p:cNvPicPr preferRelativeResize="0"/>
          <p:nvPr/>
        </p:nvPicPr>
        <p:blipFill rotWithShape="1">
          <a:blip r:embed="rId2">
            <a:alphaModFix amt="4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yellow-dots">
  <p:cSld name="CAPTION_ONLY_2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81" title="dots_dark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-yellow">
  <p:cSld name="CAPTION_ONLY_2_1">
    <p:bg>
      <p:bgPr>
        <a:gradFill>
          <a:gsLst>
            <a:gs pos="0">
              <a:schemeClr val="accent1"/>
            </a:gs>
            <a:gs pos="100000">
              <a:schemeClr val="accent3"/>
            </a:gs>
          </a:gsLst>
          <a:lin ang="540001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 - bird picture">
  <p:cSld name="CAPTION_ONLY_2_1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 - box picture">
  <p:cSld name="CAPTION_ONLY_2_1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50.xml"/><Relationship Id="rId42" Type="http://schemas.openxmlformats.org/officeDocument/2006/relationships/slideLayout" Target="../slideLayouts/slideLayout52.xml"/><Relationship Id="rId41" Type="http://schemas.openxmlformats.org/officeDocument/2006/relationships/slideLayout" Target="../slideLayouts/slideLayout51.xml"/><Relationship Id="rId44" Type="http://schemas.openxmlformats.org/officeDocument/2006/relationships/slideLayout" Target="../slideLayouts/slideLayout54.xml"/><Relationship Id="rId43" Type="http://schemas.openxmlformats.org/officeDocument/2006/relationships/slideLayout" Target="../slideLayouts/slideLayout53.xml"/><Relationship Id="rId46" Type="http://schemas.openxmlformats.org/officeDocument/2006/relationships/slideLayout" Target="../slideLayouts/slideLayout56.xml"/><Relationship Id="rId45" Type="http://schemas.openxmlformats.org/officeDocument/2006/relationships/slideLayout" Target="../slideLayouts/slideLayout55.xml"/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48" Type="http://schemas.openxmlformats.org/officeDocument/2006/relationships/slideLayout" Target="../slideLayouts/slideLayout58.xml"/><Relationship Id="rId47" Type="http://schemas.openxmlformats.org/officeDocument/2006/relationships/slideLayout" Target="../slideLayouts/slideLayout57.xml"/><Relationship Id="rId49" Type="http://schemas.openxmlformats.org/officeDocument/2006/relationships/slideLayout" Target="../slideLayouts/slideLayout59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73" Type="http://schemas.openxmlformats.org/officeDocument/2006/relationships/theme" Target="../theme/theme1.xml"/><Relationship Id="rId72" Type="http://schemas.openxmlformats.org/officeDocument/2006/relationships/slideLayout" Target="../slideLayouts/slideLayout82.xml"/><Relationship Id="rId31" Type="http://schemas.openxmlformats.org/officeDocument/2006/relationships/slideLayout" Target="../slideLayouts/slideLayout41.xml"/><Relationship Id="rId30" Type="http://schemas.openxmlformats.org/officeDocument/2006/relationships/slideLayout" Target="../slideLayouts/slideLayout40.xml"/><Relationship Id="rId33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44.xml"/><Relationship Id="rId71" Type="http://schemas.openxmlformats.org/officeDocument/2006/relationships/slideLayout" Target="../slideLayouts/slideLayout81.xml"/><Relationship Id="rId70" Type="http://schemas.openxmlformats.org/officeDocument/2006/relationships/slideLayout" Target="../slideLayouts/slideLayout80.xml"/><Relationship Id="rId37" Type="http://schemas.openxmlformats.org/officeDocument/2006/relationships/slideLayout" Target="../slideLayouts/slideLayout47.xml"/><Relationship Id="rId36" Type="http://schemas.openxmlformats.org/officeDocument/2006/relationships/slideLayout" Target="../slideLayouts/slideLayout46.xml"/><Relationship Id="rId39" Type="http://schemas.openxmlformats.org/officeDocument/2006/relationships/slideLayout" Target="../slideLayouts/slideLayout49.xml"/><Relationship Id="rId38" Type="http://schemas.openxmlformats.org/officeDocument/2006/relationships/slideLayout" Target="../slideLayouts/slideLayout48.xml"/><Relationship Id="rId62" Type="http://schemas.openxmlformats.org/officeDocument/2006/relationships/slideLayout" Target="../slideLayouts/slideLayout72.xml"/><Relationship Id="rId61" Type="http://schemas.openxmlformats.org/officeDocument/2006/relationships/slideLayout" Target="../slideLayouts/slideLayout71.xml"/><Relationship Id="rId20" Type="http://schemas.openxmlformats.org/officeDocument/2006/relationships/slideLayout" Target="../slideLayouts/slideLayout30.xml"/><Relationship Id="rId64" Type="http://schemas.openxmlformats.org/officeDocument/2006/relationships/slideLayout" Target="../slideLayouts/slideLayout74.xml"/><Relationship Id="rId63" Type="http://schemas.openxmlformats.org/officeDocument/2006/relationships/slideLayout" Target="../slideLayouts/slideLayout73.xml"/><Relationship Id="rId22" Type="http://schemas.openxmlformats.org/officeDocument/2006/relationships/slideLayout" Target="../slideLayouts/slideLayout32.xml"/><Relationship Id="rId66" Type="http://schemas.openxmlformats.org/officeDocument/2006/relationships/slideLayout" Target="../slideLayouts/slideLayout76.xml"/><Relationship Id="rId21" Type="http://schemas.openxmlformats.org/officeDocument/2006/relationships/slideLayout" Target="../slideLayouts/slideLayout31.xml"/><Relationship Id="rId65" Type="http://schemas.openxmlformats.org/officeDocument/2006/relationships/slideLayout" Target="../slideLayouts/slideLayout75.xml"/><Relationship Id="rId24" Type="http://schemas.openxmlformats.org/officeDocument/2006/relationships/slideLayout" Target="../slideLayouts/slideLayout34.xml"/><Relationship Id="rId68" Type="http://schemas.openxmlformats.org/officeDocument/2006/relationships/slideLayout" Target="../slideLayouts/slideLayout78.xml"/><Relationship Id="rId23" Type="http://schemas.openxmlformats.org/officeDocument/2006/relationships/slideLayout" Target="../slideLayouts/slideLayout33.xml"/><Relationship Id="rId67" Type="http://schemas.openxmlformats.org/officeDocument/2006/relationships/slideLayout" Target="../slideLayouts/slideLayout77.xml"/><Relationship Id="rId60" Type="http://schemas.openxmlformats.org/officeDocument/2006/relationships/slideLayout" Target="../slideLayouts/slideLayout70.xml"/><Relationship Id="rId26" Type="http://schemas.openxmlformats.org/officeDocument/2006/relationships/slideLayout" Target="../slideLayouts/slideLayout36.xml"/><Relationship Id="rId25" Type="http://schemas.openxmlformats.org/officeDocument/2006/relationships/slideLayout" Target="../slideLayouts/slideLayout35.xml"/><Relationship Id="rId69" Type="http://schemas.openxmlformats.org/officeDocument/2006/relationships/slideLayout" Target="../slideLayouts/slideLayout79.xml"/><Relationship Id="rId28" Type="http://schemas.openxmlformats.org/officeDocument/2006/relationships/slideLayout" Target="../slideLayouts/slideLayout38.xml"/><Relationship Id="rId27" Type="http://schemas.openxmlformats.org/officeDocument/2006/relationships/slideLayout" Target="../slideLayouts/slideLayout37.xml"/><Relationship Id="rId29" Type="http://schemas.openxmlformats.org/officeDocument/2006/relationships/slideLayout" Target="../slideLayouts/slideLayout39.xml"/><Relationship Id="rId51" Type="http://schemas.openxmlformats.org/officeDocument/2006/relationships/slideLayout" Target="../slideLayouts/slideLayout61.xml"/><Relationship Id="rId50" Type="http://schemas.openxmlformats.org/officeDocument/2006/relationships/slideLayout" Target="../slideLayouts/slideLayout60.xml"/><Relationship Id="rId53" Type="http://schemas.openxmlformats.org/officeDocument/2006/relationships/slideLayout" Target="../slideLayouts/slideLayout63.xml"/><Relationship Id="rId52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21.xml"/><Relationship Id="rId55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20.xml"/><Relationship Id="rId54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23.xml"/><Relationship Id="rId5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22.xml"/><Relationship Id="rId56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25.xml"/><Relationship Id="rId59" Type="http://schemas.openxmlformats.org/officeDocument/2006/relationships/slideLayout" Target="../slideLayouts/slideLayout69.xml"/><Relationship Id="rId14" Type="http://schemas.openxmlformats.org/officeDocument/2006/relationships/slideLayout" Target="../slideLayouts/slideLayout24.xml"/><Relationship Id="rId58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27.xml"/><Relationship Id="rId16" Type="http://schemas.openxmlformats.org/officeDocument/2006/relationships/slideLayout" Target="../slideLayouts/slideLayout26.xml"/><Relationship Id="rId19" Type="http://schemas.openxmlformats.org/officeDocument/2006/relationships/slideLayout" Target="../slideLayouts/slideLayout29.xml"/><Relationship Id="rId18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gradFill>
          <a:gsLst>
            <a:gs pos="0">
              <a:srgbClr val="D6D1CA"/>
            </a:gs>
            <a:gs pos="100000">
              <a:schemeClr val="lt1"/>
            </a:gs>
          </a:gsLst>
          <a:lin ang="5400012" scaled="0"/>
        </a:gra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yne"/>
              <a:buNone/>
              <a:defRPr sz="2800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yne"/>
              <a:buNone/>
              <a:defRPr sz="2800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yne"/>
              <a:buNone/>
              <a:defRPr sz="2800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yne"/>
              <a:buNone/>
              <a:defRPr sz="2800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yne"/>
              <a:buNone/>
              <a:defRPr sz="2800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yne"/>
              <a:buNone/>
              <a:defRPr sz="2800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yne"/>
              <a:buNone/>
              <a:defRPr sz="2800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yne"/>
              <a:buNone/>
              <a:defRPr sz="2800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yne"/>
              <a:buNone/>
              <a:defRPr sz="2800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facad"/>
              <a:buChar char="●"/>
              <a:defRPr sz="1800">
                <a:solidFill>
                  <a:schemeClr val="dk1"/>
                </a:solidFill>
                <a:latin typeface="Afacad"/>
                <a:ea typeface="Afacad"/>
                <a:cs typeface="Afacad"/>
                <a:sym typeface="Afacad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facad"/>
              <a:buChar char="○"/>
              <a:defRPr>
                <a:solidFill>
                  <a:schemeClr val="dk1"/>
                </a:solidFill>
                <a:latin typeface="Afacad"/>
                <a:ea typeface="Afacad"/>
                <a:cs typeface="Afacad"/>
                <a:sym typeface="Afacad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facad"/>
              <a:buChar char="■"/>
              <a:defRPr>
                <a:solidFill>
                  <a:schemeClr val="dk1"/>
                </a:solidFill>
                <a:latin typeface="Afacad"/>
                <a:ea typeface="Afacad"/>
                <a:cs typeface="Afacad"/>
                <a:sym typeface="Afacad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facad"/>
              <a:buChar char="●"/>
              <a:defRPr>
                <a:solidFill>
                  <a:schemeClr val="dk1"/>
                </a:solidFill>
                <a:latin typeface="Afacad"/>
                <a:ea typeface="Afacad"/>
                <a:cs typeface="Afacad"/>
                <a:sym typeface="Afacad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facad"/>
              <a:buChar char="○"/>
              <a:defRPr>
                <a:solidFill>
                  <a:schemeClr val="dk1"/>
                </a:solidFill>
                <a:latin typeface="Afacad"/>
                <a:ea typeface="Afacad"/>
                <a:cs typeface="Afacad"/>
                <a:sym typeface="Afacad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facad"/>
              <a:buChar char="■"/>
              <a:defRPr>
                <a:solidFill>
                  <a:schemeClr val="dk1"/>
                </a:solidFill>
                <a:latin typeface="Afacad"/>
                <a:ea typeface="Afacad"/>
                <a:cs typeface="Afacad"/>
                <a:sym typeface="Afacad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facad"/>
              <a:buChar char="●"/>
              <a:defRPr>
                <a:solidFill>
                  <a:schemeClr val="dk1"/>
                </a:solidFill>
                <a:latin typeface="Afacad"/>
                <a:ea typeface="Afacad"/>
                <a:cs typeface="Afacad"/>
                <a:sym typeface="Afacad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facad"/>
              <a:buChar char="○"/>
              <a:defRPr>
                <a:solidFill>
                  <a:schemeClr val="dk1"/>
                </a:solidFill>
                <a:latin typeface="Afacad"/>
                <a:ea typeface="Afacad"/>
                <a:cs typeface="Afacad"/>
                <a:sym typeface="Afacad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facad"/>
              <a:buChar char="■"/>
              <a:defRPr>
                <a:solidFill>
                  <a:schemeClr val="dk1"/>
                </a:solidFill>
                <a:latin typeface="Afacad"/>
                <a:ea typeface="Afacad"/>
                <a:cs typeface="Afacad"/>
                <a:sym typeface="Afacad"/>
              </a:defRPr>
            </a:lvl9pPr>
          </a:lstStyle>
          <a:p/>
        </p:txBody>
      </p:sp>
      <p:pic>
        <p:nvPicPr>
          <p:cNvPr id="53" name="Google Shape;53;p13" title="Logo RGB@2x.png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006748" y="142275"/>
            <a:ext cx="794348" cy="1916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  <p:sldLayoutId id="2147483671" r:id="rId14"/>
    <p:sldLayoutId id="2147483672" r:id="rId15"/>
    <p:sldLayoutId id="2147483673" r:id="rId16"/>
    <p:sldLayoutId id="2147483674" r:id="rId17"/>
    <p:sldLayoutId id="2147483675" r:id="rId18"/>
    <p:sldLayoutId id="2147483676" r:id="rId19"/>
    <p:sldLayoutId id="2147483677" r:id="rId20"/>
    <p:sldLayoutId id="2147483678" r:id="rId21"/>
    <p:sldLayoutId id="2147483679" r:id="rId22"/>
    <p:sldLayoutId id="2147483680" r:id="rId23"/>
    <p:sldLayoutId id="2147483681" r:id="rId24"/>
    <p:sldLayoutId id="2147483682" r:id="rId25"/>
    <p:sldLayoutId id="2147483683" r:id="rId26"/>
    <p:sldLayoutId id="2147483684" r:id="rId27"/>
    <p:sldLayoutId id="2147483685" r:id="rId28"/>
    <p:sldLayoutId id="2147483686" r:id="rId29"/>
    <p:sldLayoutId id="2147483687" r:id="rId30"/>
    <p:sldLayoutId id="2147483688" r:id="rId31"/>
    <p:sldLayoutId id="2147483689" r:id="rId32"/>
    <p:sldLayoutId id="2147483690" r:id="rId33"/>
    <p:sldLayoutId id="2147483691" r:id="rId34"/>
    <p:sldLayoutId id="2147483692" r:id="rId35"/>
    <p:sldLayoutId id="2147483693" r:id="rId36"/>
    <p:sldLayoutId id="2147483694" r:id="rId37"/>
    <p:sldLayoutId id="2147483695" r:id="rId38"/>
    <p:sldLayoutId id="2147483696" r:id="rId39"/>
    <p:sldLayoutId id="2147483697" r:id="rId40"/>
    <p:sldLayoutId id="2147483698" r:id="rId41"/>
    <p:sldLayoutId id="2147483699" r:id="rId42"/>
    <p:sldLayoutId id="2147483700" r:id="rId43"/>
    <p:sldLayoutId id="2147483701" r:id="rId44"/>
    <p:sldLayoutId id="2147483702" r:id="rId45"/>
    <p:sldLayoutId id="2147483703" r:id="rId46"/>
    <p:sldLayoutId id="2147483704" r:id="rId47"/>
    <p:sldLayoutId id="2147483705" r:id="rId48"/>
    <p:sldLayoutId id="2147483706" r:id="rId49"/>
    <p:sldLayoutId id="2147483707" r:id="rId50"/>
    <p:sldLayoutId id="2147483708" r:id="rId51"/>
    <p:sldLayoutId id="2147483709" r:id="rId52"/>
    <p:sldLayoutId id="2147483710" r:id="rId53"/>
    <p:sldLayoutId id="2147483711" r:id="rId54"/>
    <p:sldLayoutId id="2147483712" r:id="rId55"/>
    <p:sldLayoutId id="2147483713" r:id="rId56"/>
    <p:sldLayoutId id="2147483714" r:id="rId57"/>
    <p:sldLayoutId id="2147483715" r:id="rId58"/>
    <p:sldLayoutId id="2147483716" r:id="rId59"/>
    <p:sldLayoutId id="2147483717" r:id="rId60"/>
    <p:sldLayoutId id="2147483718" r:id="rId61"/>
    <p:sldLayoutId id="2147483719" r:id="rId62"/>
    <p:sldLayoutId id="2147483720" r:id="rId63"/>
    <p:sldLayoutId id="2147483721" r:id="rId64"/>
    <p:sldLayoutId id="2147483722" r:id="rId65"/>
    <p:sldLayoutId id="2147483723" r:id="rId66"/>
    <p:sldLayoutId id="2147483724" r:id="rId67"/>
    <p:sldLayoutId id="2147483725" r:id="rId68"/>
    <p:sldLayoutId id="2147483726" r:id="rId69"/>
    <p:sldLayoutId id="2147483727" r:id="rId70"/>
    <p:sldLayoutId id="2147483728" r:id="rId71"/>
    <p:sldLayoutId id="2147483729" r:id="rId7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85"/>
          <p:cNvSpPr txBox="1"/>
          <p:nvPr>
            <p:ph type="ctrTitle"/>
          </p:nvPr>
        </p:nvSpPr>
        <p:spPr>
          <a:xfrm>
            <a:off x="327525" y="2263750"/>
            <a:ext cx="8473500" cy="2616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0"/>
              <a:t>Think Beyond AI</a:t>
            </a:r>
            <a:endParaRPr sz="8000"/>
          </a:p>
        </p:txBody>
      </p:sp>
      <p:sp>
        <p:nvSpPr>
          <p:cNvPr id="309" name="Google Shape;309;p85"/>
          <p:cNvSpPr txBox="1"/>
          <p:nvPr>
            <p:ph idx="1" type="subTitle"/>
          </p:nvPr>
        </p:nvSpPr>
        <p:spPr>
          <a:xfrm>
            <a:off x="327525" y="1254575"/>
            <a:ext cx="8473500" cy="7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New template — 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86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86"/>
          <p:cNvSpPr txBox="1"/>
          <p:nvPr>
            <p:ph idx="1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>
              <a:latin typeface="Afacad"/>
              <a:ea typeface="Afacad"/>
              <a:cs typeface="Afacad"/>
              <a:sym typeface="Afacad"/>
            </a:endParaRPr>
          </a:p>
        </p:txBody>
      </p:sp>
      <p:sp>
        <p:nvSpPr>
          <p:cNvPr id="316" name="Google Shape;316;p86"/>
          <p:cNvSpPr/>
          <p:nvPr/>
        </p:nvSpPr>
        <p:spPr>
          <a:xfrm>
            <a:off x="3967850" y="129675"/>
            <a:ext cx="1080600" cy="204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Syne"/>
              <a:ea typeface="Syne"/>
              <a:cs typeface="Syne"/>
              <a:sym typeface="Syn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7"/>
          <p:cNvSpPr txBox="1"/>
          <p:nvPr>
            <p:ph type="title"/>
          </p:nvPr>
        </p:nvSpPr>
        <p:spPr>
          <a:xfrm>
            <a:off x="342900" y="464825"/>
            <a:ext cx="8458200" cy="430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8"/>
          <p:cNvSpPr txBox="1"/>
          <p:nvPr>
            <p:ph type="title"/>
          </p:nvPr>
        </p:nvSpPr>
        <p:spPr>
          <a:xfrm>
            <a:off x="342900" y="333875"/>
            <a:ext cx="8458200" cy="88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88"/>
          <p:cNvSpPr txBox="1"/>
          <p:nvPr>
            <p:ph idx="1" type="body"/>
          </p:nvPr>
        </p:nvSpPr>
        <p:spPr>
          <a:xfrm>
            <a:off x="342900" y="1152475"/>
            <a:ext cx="8458200" cy="361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>
              <a:latin typeface="Afacad"/>
              <a:ea typeface="Afacad"/>
              <a:cs typeface="Afacad"/>
              <a:sym typeface="Afaca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89"/>
          <p:cNvSpPr txBox="1"/>
          <p:nvPr>
            <p:ph type="title"/>
          </p:nvPr>
        </p:nvSpPr>
        <p:spPr>
          <a:xfrm>
            <a:off x="342900" y="2150850"/>
            <a:ext cx="84582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90"/>
          <p:cNvSpPr txBox="1"/>
          <p:nvPr>
            <p:ph type="ctrTitle"/>
          </p:nvPr>
        </p:nvSpPr>
        <p:spPr>
          <a:xfrm>
            <a:off x="327525" y="2276100"/>
            <a:ext cx="8473500" cy="2616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90"/>
          <p:cNvSpPr txBox="1"/>
          <p:nvPr>
            <p:ph idx="1" type="subTitle"/>
          </p:nvPr>
        </p:nvSpPr>
        <p:spPr>
          <a:xfrm>
            <a:off x="327525" y="1254575"/>
            <a:ext cx="8504700" cy="7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91"/>
          <p:cNvSpPr txBox="1"/>
          <p:nvPr>
            <p:ph type="ctrTitle"/>
          </p:nvPr>
        </p:nvSpPr>
        <p:spPr>
          <a:xfrm>
            <a:off x="327525" y="2276100"/>
            <a:ext cx="8473500" cy="2616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91"/>
          <p:cNvSpPr txBox="1"/>
          <p:nvPr>
            <p:ph idx="1" type="subTitle"/>
          </p:nvPr>
        </p:nvSpPr>
        <p:spPr>
          <a:xfrm>
            <a:off x="327525" y="1254575"/>
            <a:ext cx="8504700" cy="7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Renessai_2025_template_v1">
  <a:themeElements>
    <a:clrScheme name="Simple Light">
      <a:dk1>
        <a:srgbClr val="081F09"/>
      </a:dk1>
      <a:lt1>
        <a:srgbClr val="FFFFFF"/>
      </a:lt1>
      <a:dk2>
        <a:srgbClr val="244231"/>
      </a:dk2>
      <a:lt2>
        <a:srgbClr val="D6D1CA"/>
      </a:lt2>
      <a:accent1>
        <a:srgbClr val="EAFF01"/>
      </a:accent1>
      <a:accent2>
        <a:srgbClr val="0D1F08"/>
      </a:accent2>
      <a:accent3>
        <a:srgbClr val="BBF92B"/>
      </a:accent3>
      <a:accent4>
        <a:srgbClr val="7EBC00"/>
      </a:accent4>
      <a:accent5>
        <a:srgbClr val="346D55"/>
      </a:accent5>
      <a:accent6>
        <a:srgbClr val="264634"/>
      </a:accent6>
      <a:hlink>
        <a:srgbClr val="7EBC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