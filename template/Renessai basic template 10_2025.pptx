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62.xml"/>
  <Override ContentType="application/vnd.openxmlformats-officedocument.presentationml.slideLayout+xml" PartName="/ppt/slideLayouts/slideLayout5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70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55.xml"/>
  <Override ContentType="application/vnd.openxmlformats-officedocument.presentationml.slideLayout+xml" PartName="/ppt/slideLayouts/slideLayout61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64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60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65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66.xml"/>
  <Override ContentType="application/vnd.openxmlformats-officedocument.presentationml.slideLayout+xml" PartName="/ppt/slideLayouts/slideLayout53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1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67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59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68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6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69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5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63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58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y="5143500" cx="9144000"/>
  <p:notesSz cx="6858000" cy="9144000"/>
  <p:embeddedFontLst>
    <p:embeddedFont>
      <p:font typeface="Syne ExtraBold"/>
      <p:bold r:id="rId18"/>
    </p:embeddedFont>
    <p:embeddedFont>
      <p:font typeface="Syne"/>
      <p:regular r:id="rId19"/>
      <p:bold r:id="rId20"/>
    </p:embeddedFont>
    <p:embeddedFont>
      <p:font typeface="Syne Medium"/>
      <p:regular r:id="rId21"/>
      <p:bold r:id="rId22"/>
    </p:embeddedFont>
    <p:embeddedFont>
      <p:font typeface="Afacad"/>
      <p:regular r:id="rId23"/>
      <p:bold r:id="rId24"/>
      <p:italic r:id="rId25"/>
      <p:boldItalic r:id="rId2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GoogleSlidesCustomDataVersion2">
      <go:slidesCustomData xmlns:go="http://customooxmlschemas.google.com/" r:id="rId27" roundtripDataSignature="AMtx7mgDtsoYnOJYbZN9u4mWILQCA7S8H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20" Type="http://schemas.openxmlformats.org/officeDocument/2006/relationships/font" Target="fonts/Syne-bold.fntdata"/><Relationship Id="rId22" Type="http://schemas.openxmlformats.org/officeDocument/2006/relationships/font" Target="fonts/SyneMedium-bold.fntdata"/><Relationship Id="rId21" Type="http://schemas.openxmlformats.org/officeDocument/2006/relationships/font" Target="fonts/SyneMedium-regular.fntdata"/><Relationship Id="rId24" Type="http://schemas.openxmlformats.org/officeDocument/2006/relationships/font" Target="fonts/Afacad-bold.fntdata"/><Relationship Id="rId23" Type="http://schemas.openxmlformats.org/officeDocument/2006/relationships/font" Target="fonts/Afacad-regular.fntdata"/><Relationship Id="rId26" Type="http://schemas.openxmlformats.org/officeDocument/2006/relationships/font" Target="fonts/Afacad-boldItalic.fntdata"/><Relationship Id="rId25" Type="http://schemas.openxmlformats.org/officeDocument/2006/relationships/font" Target="fonts/Afacad-italic.fntdata"/><Relationship Id="rId27" Type="http://customschemas.google.com/relationships/presentationmetadata" Target="meta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font" Target="fonts/Syne-regular.fntdata"/><Relationship Id="rId18" Type="http://schemas.openxmlformats.org/officeDocument/2006/relationships/font" Target="fonts/SyneExtraBold-bold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1" name="Google Shape;26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7" name="Google Shape;267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4" name="Google Shape;274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0" name="Google Shape;280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g3c7a02d2bed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6" name="Google Shape;286;g3c7a02d2bed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g3c7a02d2bed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3" name="Google Shape;293;g3c7a02d2bed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g3c7a02d2bed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9" name="Google Shape;299;g3c7a02d2bed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g3c7a02d2bed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5" name="Google Shape;305;g3c7a02d2bed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g3c7a02d2bed_0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2" name="Google Shape;312;g3c7a02d2bed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g3c7a02d2bed_0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8" name="Google Shape;318;g3c7a02d2bed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g3c7a02d2bed_0_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4" name="Google Shape;324;g3c7a02d2bed_0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g3c7a02d2bed_0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1" name="Google Shape;331;g3c7a02d2bed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Relationship Id="rId3" Type="http://schemas.openxmlformats.org/officeDocument/2006/relationships/image" Target="../media/image10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Relationship Id="rId3" Type="http://schemas.openxmlformats.org/officeDocument/2006/relationships/image" Target="../media/image10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jpg"/><Relationship Id="rId3" Type="http://schemas.openxmlformats.org/officeDocument/2006/relationships/image" Target="../media/image7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10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Relationship Id="rId3" Type="http://schemas.openxmlformats.org/officeDocument/2006/relationships/image" Target="../media/image10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10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jpg"/><Relationship Id="rId3" Type="http://schemas.openxmlformats.org/officeDocument/2006/relationships/image" Target="../media/image10.pn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10.png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10.png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Relationship Id="rId3" Type="http://schemas.openxmlformats.org/officeDocument/2006/relationships/image" Target="../media/image10.png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10.png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8.jpg"/><Relationship Id="rId3" Type="http://schemas.openxmlformats.org/officeDocument/2006/relationships/image" Target="../media/image10.png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0.jpg"/><Relationship Id="rId3" Type="http://schemas.openxmlformats.org/officeDocument/2006/relationships/image" Target="../media/image10.png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9.jpg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jpg"/><Relationship Id="rId3" Type="http://schemas.openxmlformats.org/officeDocument/2006/relationships/image" Target="../media/image10.png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1.jpg"/><Relationship Id="rId3" Type="http://schemas.openxmlformats.org/officeDocument/2006/relationships/image" Target="../media/image10.png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3.jpg"/><Relationship Id="rId3" Type="http://schemas.openxmlformats.org/officeDocument/2006/relationships/image" Target="../media/image10.png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7.jpg"/><Relationship Id="rId3" Type="http://schemas.openxmlformats.org/officeDocument/2006/relationships/image" Target="../media/image7.png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jpg"/><Relationship Id="rId3" Type="http://schemas.openxmlformats.org/officeDocument/2006/relationships/image" Target="../media/image7.png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2.jpg"/><Relationship Id="rId3" Type="http://schemas.openxmlformats.org/officeDocument/2006/relationships/image" Target="../media/image7.png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10.png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Relationship Id="rId3" Type="http://schemas.openxmlformats.org/officeDocument/2006/relationships/image" Target="../media/image10.png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10.png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/Relationships>
</file>

<file path=ppt/slideLayouts/_rels/slideLayout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/Relationships>
</file>

<file path=ppt/slideLayouts/_rels/slideLayout5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5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5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5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/Relationships>
</file>

<file path=ppt/slideLayouts/_rels/slideLayout5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6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10.png"/></Relationships>
</file>

<file path=ppt/slideLayouts/_rels/slideLayout6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Relationship Id="rId3" Type="http://schemas.openxmlformats.org/officeDocument/2006/relationships/image" Target="../media/image10.png"/></Relationships>
</file>

<file path=ppt/slideLayouts/_rels/slideLayout6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10.png"/></Relationships>
</file>

<file path=ppt/slideLayouts/_rels/slideLayout6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/Relationships>
</file>

<file path=ppt/slideLayouts/_rels/slideLayout6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4.jpg"/><Relationship Id="rId3" Type="http://schemas.openxmlformats.org/officeDocument/2006/relationships/image" Target="../media/image10.png"/></Relationships>
</file>

<file path=ppt/slideLayouts/_rels/slideLayout6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6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/Relationships>
</file>

<file path=ppt/slideLayouts/_rels/slideLayout6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/Relationships>
</file>

<file path=ppt/slideLayouts/_rels/slideLayout6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5.jpg"/></Relationships>
</file>

<file path=ppt/slideLayouts/_rels/slideLayout7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6.jp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yellowgrid1">
  <p:cSld name="TITLE_2">
    <p:bg>
      <p:bgPr>
        <a:gradFill>
          <a:gsLst>
            <a:gs pos="0">
              <a:schemeClr val="accent1"/>
            </a:gs>
            <a:gs pos="100000">
              <a:schemeClr val="accent3"/>
            </a:gs>
          </a:gsLst>
          <a:lin ang="5400012" scaled="0"/>
        </a:gra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9" title="perspective_lightgreen.png"/>
          <p:cNvPicPr preferRelativeResize="0"/>
          <p:nvPr/>
        </p:nvPicPr>
        <p:blipFill rotWithShape="1">
          <a:blip r:embed="rId2">
            <a:alphaModFix amt="40000"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9"/>
          <p:cNvSpPr txBox="1"/>
          <p:nvPr>
            <p:ph type="ctrTitle"/>
          </p:nvPr>
        </p:nvSpPr>
        <p:spPr>
          <a:xfrm>
            <a:off x="327525" y="2263750"/>
            <a:ext cx="8473500" cy="261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SzPts val="7200"/>
              <a:buFont typeface="Syne ExtraBold"/>
              <a:buNone/>
              <a:defRPr sz="7200">
                <a:latin typeface="Syne ExtraBold"/>
                <a:ea typeface="Syne ExtraBold"/>
                <a:cs typeface="Syne ExtraBold"/>
                <a:sym typeface="Syne ExtraBol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9pPr>
          </a:lstStyle>
          <a:p/>
        </p:txBody>
      </p:sp>
      <p:sp>
        <p:nvSpPr>
          <p:cNvPr id="12" name="Google Shape;12;p9"/>
          <p:cNvSpPr txBox="1"/>
          <p:nvPr>
            <p:ph idx="1" type="subTitle"/>
          </p:nvPr>
        </p:nvSpPr>
        <p:spPr>
          <a:xfrm>
            <a:off x="327525" y="1254575"/>
            <a:ext cx="84735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Syne Medium"/>
              <a:buNone/>
              <a:defRPr sz="1600">
                <a:latin typeface="Syne Medium"/>
                <a:ea typeface="Syne Medium"/>
                <a:cs typeface="Syne Medium"/>
                <a:sym typeface="Syne Medium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b="1"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b="1"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b="1"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b="1"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b="1"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b="1"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b="1"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b="1" sz="2800"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sand" type="tx">
  <p:cSld name="TITLE_AND_BODY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10"/>
          <p:cNvSpPr txBox="1"/>
          <p:nvPr>
            <p:ph type="title"/>
          </p:nvPr>
        </p:nvSpPr>
        <p:spPr>
          <a:xfrm>
            <a:off x="342900" y="333875"/>
            <a:ext cx="8458200" cy="88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10"/>
          <p:cNvSpPr txBox="1"/>
          <p:nvPr>
            <p:ph idx="1" type="body"/>
          </p:nvPr>
        </p:nvSpPr>
        <p:spPr>
          <a:xfrm>
            <a:off x="342900" y="1152475"/>
            <a:ext cx="8458200" cy="361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yellowgrid1">
  <p:cSld name="MAIN_POINT_4">
    <p:bg>
      <p:bgPr>
        <a:gradFill>
          <a:gsLst>
            <a:gs pos="0">
              <a:schemeClr val="accent1"/>
            </a:gs>
            <a:gs pos="100000">
              <a:schemeClr val="accent3"/>
            </a:gs>
          </a:gsLst>
          <a:lin ang="5400012" scaled="0"/>
        </a:gradFill>
      </p:bgPr>
    </p:bg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Google Shape;17;p11" title="perspective_lightgreen.png"/>
          <p:cNvPicPr preferRelativeResize="0"/>
          <p:nvPr/>
        </p:nvPicPr>
        <p:blipFill rotWithShape="1">
          <a:blip r:embed="rId2">
            <a:alphaModFix amt="30000"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8" name="Google Shape;18;p11"/>
          <p:cNvSpPr txBox="1"/>
          <p:nvPr>
            <p:ph type="title"/>
          </p:nvPr>
        </p:nvSpPr>
        <p:spPr>
          <a:xfrm>
            <a:off x="342900" y="464825"/>
            <a:ext cx="8458200" cy="430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SzPts val="6000"/>
              <a:buFont typeface="Syne ExtraBold"/>
              <a:buNone/>
              <a:defRPr sz="6000">
                <a:latin typeface="Syne ExtraBold"/>
                <a:ea typeface="Syne ExtraBold"/>
                <a:cs typeface="Syne ExtraBold"/>
                <a:sym typeface="Syne ExtraBold"/>
              </a:defRPr>
            </a:lvl1pPr>
            <a:lvl2pPr lvl="1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SzPts val="6000"/>
              <a:buFont typeface="Syne ExtraBold"/>
              <a:buNone/>
              <a:defRPr sz="6000">
                <a:latin typeface="Syne ExtraBold"/>
                <a:ea typeface="Syne ExtraBold"/>
                <a:cs typeface="Syne ExtraBold"/>
                <a:sym typeface="Syne ExtraBold"/>
              </a:defRPr>
            </a:lvl2pPr>
            <a:lvl3pPr lvl="2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SzPts val="6000"/>
              <a:buFont typeface="Syne ExtraBold"/>
              <a:buNone/>
              <a:defRPr sz="6000">
                <a:latin typeface="Syne ExtraBold"/>
                <a:ea typeface="Syne ExtraBold"/>
                <a:cs typeface="Syne ExtraBold"/>
                <a:sym typeface="Syne ExtraBold"/>
              </a:defRPr>
            </a:lvl3pPr>
            <a:lvl4pPr lvl="3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SzPts val="6000"/>
              <a:buFont typeface="Syne ExtraBold"/>
              <a:buNone/>
              <a:defRPr sz="6000">
                <a:latin typeface="Syne ExtraBold"/>
                <a:ea typeface="Syne ExtraBold"/>
                <a:cs typeface="Syne ExtraBold"/>
                <a:sym typeface="Syne ExtraBold"/>
              </a:defRPr>
            </a:lvl4pPr>
            <a:lvl5pPr lvl="4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SzPts val="6000"/>
              <a:buFont typeface="Syne ExtraBold"/>
              <a:buNone/>
              <a:defRPr sz="6000">
                <a:latin typeface="Syne ExtraBold"/>
                <a:ea typeface="Syne ExtraBold"/>
                <a:cs typeface="Syne ExtraBold"/>
                <a:sym typeface="Syne ExtraBold"/>
              </a:defRPr>
            </a:lvl5pPr>
            <a:lvl6pPr lvl="5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SzPts val="6000"/>
              <a:buFont typeface="Syne ExtraBold"/>
              <a:buNone/>
              <a:defRPr sz="6000">
                <a:latin typeface="Syne ExtraBold"/>
                <a:ea typeface="Syne ExtraBold"/>
                <a:cs typeface="Syne ExtraBold"/>
                <a:sym typeface="Syne ExtraBold"/>
              </a:defRPr>
            </a:lvl6pPr>
            <a:lvl7pPr lvl="6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SzPts val="6000"/>
              <a:buFont typeface="Syne ExtraBold"/>
              <a:buNone/>
              <a:defRPr sz="6000">
                <a:latin typeface="Syne ExtraBold"/>
                <a:ea typeface="Syne ExtraBold"/>
                <a:cs typeface="Syne ExtraBold"/>
                <a:sym typeface="Syne ExtraBold"/>
              </a:defRPr>
            </a:lvl7pPr>
            <a:lvl8pPr lvl="7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SzPts val="6000"/>
              <a:buFont typeface="Syne ExtraBold"/>
              <a:buNone/>
              <a:defRPr sz="6000">
                <a:latin typeface="Syne ExtraBold"/>
                <a:ea typeface="Syne ExtraBold"/>
                <a:cs typeface="Syne ExtraBold"/>
                <a:sym typeface="Syne ExtraBold"/>
              </a:defRPr>
            </a:lvl8pPr>
            <a:lvl9pPr lvl="8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SzPts val="6000"/>
              <a:buFont typeface="Syne ExtraBold"/>
              <a:buNone/>
              <a:defRPr sz="6000">
                <a:latin typeface="Syne ExtraBold"/>
                <a:ea typeface="Syne ExtraBold"/>
                <a:cs typeface="Syne ExtraBold"/>
                <a:sym typeface="Syne Extra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green">
  <p:cSld name="TITLE_AND_BODY_1">
    <p:bg>
      <p:bgPr>
        <a:gradFill>
          <a:gsLst>
            <a:gs pos="0">
              <a:schemeClr val="dk1"/>
            </a:gs>
            <a:gs pos="100000">
              <a:schemeClr val="dk2"/>
            </a:gs>
          </a:gsLst>
          <a:lin ang="5400012" scaled="0"/>
        </a:gradFill>
      </p:bgPr>
    </p:bg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Google Shape;20;p12" title="Logo sand RGB@2x.png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006759" y="142225"/>
            <a:ext cx="794348" cy="191600"/>
          </a:xfrm>
          <a:prstGeom prst="rect">
            <a:avLst/>
          </a:prstGeom>
          <a:noFill/>
          <a:ln>
            <a:noFill/>
          </a:ln>
        </p:spPr>
      </p:pic>
      <p:sp>
        <p:nvSpPr>
          <p:cNvPr id="21" name="Google Shape;21;p12"/>
          <p:cNvSpPr txBox="1"/>
          <p:nvPr>
            <p:ph type="title"/>
          </p:nvPr>
        </p:nvSpPr>
        <p:spPr>
          <a:xfrm>
            <a:off x="342900" y="333875"/>
            <a:ext cx="8458200" cy="88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>
                <a:solidFill>
                  <a:schemeClr val="l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>
                <a:solidFill>
                  <a:schemeClr val="lt2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>
                <a:solidFill>
                  <a:schemeClr val="lt2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>
                <a:solidFill>
                  <a:schemeClr val="lt2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>
                <a:solidFill>
                  <a:schemeClr val="lt2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>
                <a:solidFill>
                  <a:schemeClr val="lt2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>
                <a:solidFill>
                  <a:schemeClr val="lt2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>
                <a:solidFill>
                  <a:schemeClr val="lt2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22" name="Google Shape;22;p12"/>
          <p:cNvSpPr txBox="1"/>
          <p:nvPr>
            <p:ph idx="1" type="body"/>
          </p:nvPr>
        </p:nvSpPr>
        <p:spPr>
          <a:xfrm>
            <a:off x="342900" y="1152475"/>
            <a:ext cx="8458200" cy="361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Char char="●"/>
              <a:defRPr>
                <a:solidFill>
                  <a:schemeClr val="lt2"/>
                </a:solidFill>
              </a:defRPr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>
                <a:solidFill>
                  <a:schemeClr val="lt2"/>
                </a:solidFill>
              </a:defRPr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>
                <a:solidFill>
                  <a:schemeClr val="lt2"/>
                </a:solidFill>
              </a:defRPr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- sanddots">
  <p:cSld name="SECTION_HEADER_3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Google Shape;24;p13" title="dots_lightgreen.png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5" name="Google Shape;25;p13"/>
          <p:cNvSpPr txBox="1"/>
          <p:nvPr>
            <p:ph type="title"/>
          </p:nvPr>
        </p:nvSpPr>
        <p:spPr>
          <a:xfrm>
            <a:off x="342900" y="2150850"/>
            <a:ext cx="84582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Syne Medium"/>
              <a:buNone/>
              <a:defRPr sz="3600">
                <a:latin typeface="Syne Medium"/>
                <a:ea typeface="Syne Medium"/>
                <a:cs typeface="Syne Medium"/>
                <a:sym typeface="Syne Medium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yellowgrid2">
  <p:cSld name="TITLE_2_2">
    <p:bg>
      <p:bgPr>
        <a:gradFill>
          <a:gsLst>
            <a:gs pos="0">
              <a:schemeClr val="accent1"/>
            </a:gs>
            <a:gs pos="100000">
              <a:schemeClr val="accent3"/>
            </a:gs>
          </a:gsLst>
          <a:lin ang="5400012" scaled="0"/>
        </a:gradFill>
      </p:bgPr>
    </p:bg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Google Shape;27;p14" title="perspective_lightgreen 2.png"/>
          <p:cNvPicPr preferRelativeResize="0"/>
          <p:nvPr/>
        </p:nvPicPr>
        <p:blipFill rotWithShape="1">
          <a:blip r:embed="rId2">
            <a:alphaModFix amt="40000"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8" name="Google Shape;28;p14"/>
          <p:cNvSpPr txBox="1"/>
          <p:nvPr>
            <p:ph type="ctrTitle"/>
          </p:nvPr>
        </p:nvSpPr>
        <p:spPr>
          <a:xfrm>
            <a:off x="327525" y="2276100"/>
            <a:ext cx="8473500" cy="261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SzPts val="7200"/>
              <a:buFont typeface="Syne ExtraBold"/>
              <a:buNone/>
              <a:defRPr sz="7200">
                <a:latin typeface="Syne ExtraBold"/>
                <a:ea typeface="Syne ExtraBold"/>
                <a:cs typeface="Syne ExtraBold"/>
                <a:sym typeface="Syne ExtraBol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9pPr>
          </a:lstStyle>
          <a:p/>
        </p:txBody>
      </p:sp>
      <p:sp>
        <p:nvSpPr>
          <p:cNvPr id="29" name="Google Shape;29;p14"/>
          <p:cNvSpPr txBox="1"/>
          <p:nvPr>
            <p:ph idx="1" type="subTitle"/>
          </p:nvPr>
        </p:nvSpPr>
        <p:spPr>
          <a:xfrm>
            <a:off x="327525" y="1254575"/>
            <a:ext cx="85047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Syne Medium"/>
              <a:buNone/>
              <a:defRPr sz="1600">
                <a:latin typeface="Syne Medium"/>
                <a:ea typeface="Syne Medium"/>
                <a:cs typeface="Syne Medium"/>
                <a:sym typeface="Syne Medium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b="1"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b="1"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b="1"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b="1"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b="1"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b="1"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b="1"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b="1" sz="2800"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sandgrid1" type="title">
  <p:cSld name="TITLE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Google Shape;31;p15" title="perspective_lightgreen.png"/>
          <p:cNvPicPr preferRelativeResize="0"/>
          <p:nvPr/>
        </p:nvPicPr>
        <p:blipFill rotWithShape="1">
          <a:blip r:embed="rId2">
            <a:alphaModFix amt="40000"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Google Shape;32;p15"/>
          <p:cNvSpPr txBox="1"/>
          <p:nvPr>
            <p:ph type="ctrTitle"/>
          </p:nvPr>
        </p:nvSpPr>
        <p:spPr>
          <a:xfrm>
            <a:off x="342900" y="2177125"/>
            <a:ext cx="8353800" cy="272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SzPts val="7200"/>
              <a:buFont typeface="Syne ExtraBold"/>
              <a:buNone/>
              <a:defRPr sz="7200">
                <a:latin typeface="Syne ExtraBold"/>
                <a:ea typeface="Syne ExtraBold"/>
                <a:cs typeface="Syne ExtraBold"/>
                <a:sym typeface="Syne ExtraBol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9pPr>
          </a:lstStyle>
          <a:p/>
        </p:txBody>
      </p:sp>
      <p:sp>
        <p:nvSpPr>
          <p:cNvPr id="33" name="Google Shape;33;p15"/>
          <p:cNvSpPr txBox="1"/>
          <p:nvPr>
            <p:ph idx="1" type="subTitle"/>
          </p:nvPr>
        </p:nvSpPr>
        <p:spPr>
          <a:xfrm>
            <a:off x="342900" y="1254575"/>
            <a:ext cx="84894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Syne Medium"/>
              <a:buNone/>
              <a:defRPr sz="1600">
                <a:latin typeface="Syne Medium"/>
                <a:ea typeface="Syne Medium"/>
                <a:cs typeface="Syne Medium"/>
                <a:sym typeface="Syne Medium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b="1"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b="1"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b="1"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b="1"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b="1"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b="1"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b="1"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b="1" sz="2800"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sandgrid2">
  <p:cSld name="TITLE_4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" name="Google Shape;35;p16" title="perspective_lightgreen 2.png"/>
          <p:cNvPicPr preferRelativeResize="0"/>
          <p:nvPr/>
        </p:nvPicPr>
        <p:blipFill rotWithShape="1">
          <a:blip r:embed="rId2">
            <a:alphaModFix amt="40000"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6" name="Google Shape;36;p16"/>
          <p:cNvSpPr txBox="1"/>
          <p:nvPr>
            <p:ph type="ctrTitle"/>
          </p:nvPr>
        </p:nvSpPr>
        <p:spPr>
          <a:xfrm>
            <a:off x="342900" y="2189500"/>
            <a:ext cx="8458200" cy="270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SzPts val="7200"/>
              <a:buFont typeface="Syne ExtraBold"/>
              <a:buNone/>
              <a:defRPr sz="7200">
                <a:latin typeface="Syne ExtraBold"/>
                <a:ea typeface="Syne ExtraBold"/>
                <a:cs typeface="Syne ExtraBold"/>
                <a:sym typeface="Syne ExtraBol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9pPr>
          </a:lstStyle>
          <a:p/>
        </p:txBody>
      </p:sp>
      <p:sp>
        <p:nvSpPr>
          <p:cNvPr id="37" name="Google Shape;37;p16"/>
          <p:cNvSpPr txBox="1"/>
          <p:nvPr>
            <p:ph idx="1" type="subTitle"/>
          </p:nvPr>
        </p:nvSpPr>
        <p:spPr>
          <a:xfrm>
            <a:off x="342900" y="1254575"/>
            <a:ext cx="84894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Syne Medium"/>
              <a:buNone/>
              <a:defRPr sz="1600">
                <a:latin typeface="Syne Medium"/>
                <a:ea typeface="Syne Medium"/>
                <a:cs typeface="Syne Medium"/>
                <a:sym typeface="Syne Medium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b="1"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b="1"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b="1"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b="1"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b="1"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b="1"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b="1"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b="1" sz="28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5564">
          <p15:clr>
            <a:srgbClr val="E46962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sanddots">
  <p:cSld name="TITLE_3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" name="Google Shape;39;p17" title="dots_lightgreen.png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40" name="Google Shape;40;p17"/>
          <p:cNvSpPr txBox="1"/>
          <p:nvPr>
            <p:ph type="ctrTitle"/>
          </p:nvPr>
        </p:nvSpPr>
        <p:spPr>
          <a:xfrm>
            <a:off x="342900" y="2189500"/>
            <a:ext cx="8458200" cy="270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SzPts val="7200"/>
              <a:buFont typeface="Syne ExtraBold"/>
              <a:buNone/>
              <a:defRPr sz="7200">
                <a:latin typeface="Syne ExtraBold"/>
                <a:ea typeface="Syne ExtraBold"/>
                <a:cs typeface="Syne ExtraBold"/>
                <a:sym typeface="Syne ExtraBol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9pPr>
          </a:lstStyle>
          <a:p/>
        </p:txBody>
      </p:sp>
      <p:sp>
        <p:nvSpPr>
          <p:cNvPr id="41" name="Google Shape;41;p17"/>
          <p:cNvSpPr txBox="1"/>
          <p:nvPr>
            <p:ph idx="1" type="subTitle"/>
          </p:nvPr>
        </p:nvSpPr>
        <p:spPr>
          <a:xfrm>
            <a:off x="342900" y="1254575"/>
            <a:ext cx="84582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Syne Medium"/>
              <a:buNone/>
              <a:defRPr sz="1600">
                <a:latin typeface="Syne Medium"/>
                <a:ea typeface="Syne Medium"/>
                <a:cs typeface="Syne Medium"/>
                <a:sym typeface="Syne Medium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b="1"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b="1"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b="1"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b="1"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b="1"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b="1"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b="1"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b="1" sz="2800"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sand">
  <p:cSld name="TITLE_3_1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18"/>
          <p:cNvSpPr txBox="1"/>
          <p:nvPr>
            <p:ph type="ctrTitle"/>
          </p:nvPr>
        </p:nvSpPr>
        <p:spPr>
          <a:xfrm>
            <a:off x="342900" y="2189500"/>
            <a:ext cx="8458200" cy="270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SzPts val="7200"/>
              <a:buFont typeface="Syne ExtraBold"/>
              <a:buNone/>
              <a:defRPr sz="7200">
                <a:latin typeface="Syne ExtraBold"/>
                <a:ea typeface="Syne ExtraBold"/>
                <a:cs typeface="Syne ExtraBold"/>
                <a:sym typeface="Syne ExtraBol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9pPr>
          </a:lstStyle>
          <a:p/>
        </p:txBody>
      </p:sp>
      <p:sp>
        <p:nvSpPr>
          <p:cNvPr id="44" name="Google Shape;44;p18"/>
          <p:cNvSpPr txBox="1"/>
          <p:nvPr>
            <p:ph idx="1" type="subTitle"/>
          </p:nvPr>
        </p:nvSpPr>
        <p:spPr>
          <a:xfrm>
            <a:off x="342900" y="1254575"/>
            <a:ext cx="84582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Syne Medium"/>
              <a:buNone/>
              <a:defRPr sz="1600">
                <a:latin typeface="Syne Medium"/>
                <a:ea typeface="Syne Medium"/>
                <a:cs typeface="Syne Medium"/>
                <a:sym typeface="Syne Medium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b="1"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b="1"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b="1"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b="1"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b="1"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b="1"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b="1"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b="1" sz="2800"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half picture lens">
  <p:cSld name="TITLE_3_1_1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" name="Google Shape;46;p19" title="Telescope - lowres.jpg"/>
          <p:cNvPicPr preferRelativeResize="0"/>
          <p:nvPr/>
        </p:nvPicPr>
        <p:blipFill rotWithShape="1">
          <a:blip r:embed="rId2">
            <a:alphaModFix/>
          </a:blip>
          <a:srcRect b="0" l="24814" r="24809" t="0"/>
          <a:stretch/>
        </p:blipFill>
        <p:spPr>
          <a:xfrm>
            <a:off x="4537725" y="-20"/>
            <a:ext cx="4606275" cy="5143519"/>
          </a:xfrm>
          <a:prstGeom prst="rect">
            <a:avLst/>
          </a:prstGeom>
          <a:noFill/>
          <a:ln>
            <a:noFill/>
          </a:ln>
        </p:spPr>
      </p:pic>
      <p:sp>
        <p:nvSpPr>
          <p:cNvPr id="47" name="Google Shape;47;p19"/>
          <p:cNvSpPr txBox="1"/>
          <p:nvPr>
            <p:ph type="ctrTitle"/>
          </p:nvPr>
        </p:nvSpPr>
        <p:spPr>
          <a:xfrm>
            <a:off x="342900" y="2189500"/>
            <a:ext cx="4080600" cy="270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SzPts val="4400"/>
              <a:buFont typeface="Syne ExtraBold"/>
              <a:buNone/>
              <a:defRPr sz="4400">
                <a:latin typeface="Syne ExtraBold"/>
                <a:ea typeface="Syne ExtraBold"/>
                <a:cs typeface="Syne ExtraBold"/>
                <a:sym typeface="Syne ExtraBol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9pPr>
          </a:lstStyle>
          <a:p/>
        </p:txBody>
      </p:sp>
      <p:sp>
        <p:nvSpPr>
          <p:cNvPr id="48" name="Google Shape;48;p19"/>
          <p:cNvSpPr txBox="1"/>
          <p:nvPr>
            <p:ph idx="1" type="subTitle"/>
          </p:nvPr>
        </p:nvSpPr>
        <p:spPr>
          <a:xfrm>
            <a:off x="342900" y="1254575"/>
            <a:ext cx="408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Syne Medium"/>
              <a:buNone/>
              <a:defRPr sz="1600">
                <a:latin typeface="Syne Medium"/>
                <a:ea typeface="Syne Medium"/>
                <a:cs typeface="Syne Medium"/>
                <a:sym typeface="Syne Medium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b="1"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b="1"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b="1"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b="1"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b="1"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b="1"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b="1"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b="1" sz="2800"/>
            </a:lvl9pPr>
          </a:lstStyle>
          <a:p/>
        </p:txBody>
      </p:sp>
      <p:pic>
        <p:nvPicPr>
          <p:cNvPr id="49" name="Google Shape;49;p19" title="Logo sand RGB@2x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06747" y="151575"/>
            <a:ext cx="794348" cy="191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with body half picture lens">
  <p:cSld name="TITLE_3_1_1_1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" name="Google Shape;51;p20" title="Telescope - lowres.jpg"/>
          <p:cNvPicPr preferRelativeResize="0"/>
          <p:nvPr/>
        </p:nvPicPr>
        <p:blipFill rotWithShape="1">
          <a:blip r:embed="rId2">
            <a:alphaModFix/>
          </a:blip>
          <a:srcRect b="0" l="24814" r="24809" t="0"/>
          <a:stretch/>
        </p:blipFill>
        <p:spPr>
          <a:xfrm>
            <a:off x="4537725" y="-20"/>
            <a:ext cx="4606275" cy="5143519"/>
          </a:xfrm>
          <a:prstGeom prst="rect">
            <a:avLst/>
          </a:prstGeom>
          <a:noFill/>
          <a:ln>
            <a:noFill/>
          </a:ln>
        </p:spPr>
      </p:pic>
      <p:sp>
        <p:nvSpPr>
          <p:cNvPr id="52" name="Google Shape;52;p20"/>
          <p:cNvSpPr txBox="1"/>
          <p:nvPr>
            <p:ph type="ctrTitle"/>
          </p:nvPr>
        </p:nvSpPr>
        <p:spPr>
          <a:xfrm>
            <a:off x="342900" y="142225"/>
            <a:ext cx="4080600" cy="168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SzPts val="2800"/>
              <a:buFont typeface="Syne Medium"/>
              <a:buNone/>
              <a:defRPr>
                <a:latin typeface="Syne Medium"/>
                <a:ea typeface="Syne Medium"/>
                <a:cs typeface="Syne Medium"/>
                <a:sym typeface="Syne Medium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Syne Medium"/>
              <a:buNone/>
              <a:defRPr>
                <a:latin typeface="Syne Medium"/>
                <a:ea typeface="Syne Medium"/>
                <a:cs typeface="Syne Medium"/>
                <a:sym typeface="Syne Medium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Syne Medium"/>
              <a:buNone/>
              <a:defRPr>
                <a:latin typeface="Syne Medium"/>
                <a:ea typeface="Syne Medium"/>
                <a:cs typeface="Syne Medium"/>
                <a:sym typeface="Syne Medium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Syne Medium"/>
              <a:buNone/>
              <a:defRPr>
                <a:latin typeface="Syne Medium"/>
                <a:ea typeface="Syne Medium"/>
                <a:cs typeface="Syne Medium"/>
                <a:sym typeface="Syne Medium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Syne Medium"/>
              <a:buNone/>
              <a:defRPr>
                <a:latin typeface="Syne Medium"/>
                <a:ea typeface="Syne Medium"/>
                <a:cs typeface="Syne Medium"/>
                <a:sym typeface="Syne Medium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Syne Medium"/>
              <a:buNone/>
              <a:defRPr>
                <a:latin typeface="Syne Medium"/>
                <a:ea typeface="Syne Medium"/>
                <a:cs typeface="Syne Medium"/>
                <a:sym typeface="Syne Medium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Syne Medium"/>
              <a:buNone/>
              <a:defRPr>
                <a:latin typeface="Syne Medium"/>
                <a:ea typeface="Syne Medium"/>
                <a:cs typeface="Syne Medium"/>
                <a:sym typeface="Syne Medium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Syne Medium"/>
              <a:buNone/>
              <a:defRPr>
                <a:latin typeface="Syne Medium"/>
                <a:ea typeface="Syne Medium"/>
                <a:cs typeface="Syne Medium"/>
                <a:sym typeface="Syne Medium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Syne Medium"/>
              <a:buNone/>
              <a:defRPr>
                <a:latin typeface="Syne Medium"/>
                <a:ea typeface="Syne Medium"/>
                <a:cs typeface="Syne Medium"/>
                <a:sym typeface="Syne Medium"/>
              </a:defRPr>
            </a:lvl9pPr>
          </a:lstStyle>
          <a:p/>
        </p:txBody>
      </p:sp>
      <p:pic>
        <p:nvPicPr>
          <p:cNvPr id="53" name="Google Shape;53;p20" title="Logo sand RGB@2x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06747" y="142225"/>
            <a:ext cx="794348" cy="191600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20"/>
          <p:cNvSpPr txBox="1"/>
          <p:nvPr>
            <p:ph idx="1" type="body"/>
          </p:nvPr>
        </p:nvSpPr>
        <p:spPr>
          <a:xfrm>
            <a:off x="342900" y="1947550"/>
            <a:ext cx="4080600" cy="287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with body half picture lens 1">
  <p:cSld name="TITLE_3_1_1_1_1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" name="Google Shape;56;p21" title="Armillary sphere - lowres.jpg"/>
          <p:cNvPicPr preferRelativeResize="0"/>
          <p:nvPr/>
        </p:nvPicPr>
        <p:blipFill rotWithShape="1">
          <a:blip r:embed="rId2">
            <a:alphaModFix/>
          </a:blip>
          <a:srcRect b="0" l="24814" r="24809" t="0"/>
          <a:stretch/>
        </p:blipFill>
        <p:spPr>
          <a:xfrm>
            <a:off x="4537725" y="-20"/>
            <a:ext cx="4606275" cy="5143519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21"/>
          <p:cNvSpPr txBox="1"/>
          <p:nvPr>
            <p:ph type="ctrTitle"/>
          </p:nvPr>
        </p:nvSpPr>
        <p:spPr>
          <a:xfrm>
            <a:off x="342900" y="142225"/>
            <a:ext cx="4052400" cy="168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SzPts val="2800"/>
              <a:buFont typeface="Syne Medium"/>
              <a:buNone/>
              <a:defRPr>
                <a:latin typeface="Syne Medium"/>
                <a:ea typeface="Syne Medium"/>
                <a:cs typeface="Syne Medium"/>
                <a:sym typeface="Syne Medium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Font typeface="Syne Medium"/>
              <a:buNone/>
              <a:defRPr sz="7200">
                <a:latin typeface="Syne Medium"/>
                <a:ea typeface="Syne Medium"/>
                <a:cs typeface="Syne Medium"/>
                <a:sym typeface="Syne Medium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Font typeface="Syne Medium"/>
              <a:buNone/>
              <a:defRPr sz="7200">
                <a:latin typeface="Syne Medium"/>
                <a:ea typeface="Syne Medium"/>
                <a:cs typeface="Syne Medium"/>
                <a:sym typeface="Syne Medium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Font typeface="Syne Medium"/>
              <a:buNone/>
              <a:defRPr sz="7200">
                <a:latin typeface="Syne Medium"/>
                <a:ea typeface="Syne Medium"/>
                <a:cs typeface="Syne Medium"/>
                <a:sym typeface="Syne Medium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Font typeface="Syne Medium"/>
              <a:buNone/>
              <a:defRPr sz="7200">
                <a:latin typeface="Syne Medium"/>
                <a:ea typeface="Syne Medium"/>
                <a:cs typeface="Syne Medium"/>
                <a:sym typeface="Syne Medium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Font typeface="Syne Medium"/>
              <a:buNone/>
              <a:defRPr sz="7200">
                <a:latin typeface="Syne Medium"/>
                <a:ea typeface="Syne Medium"/>
                <a:cs typeface="Syne Medium"/>
                <a:sym typeface="Syne Medium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Font typeface="Syne Medium"/>
              <a:buNone/>
              <a:defRPr sz="7200">
                <a:latin typeface="Syne Medium"/>
                <a:ea typeface="Syne Medium"/>
                <a:cs typeface="Syne Medium"/>
                <a:sym typeface="Syne Medium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Font typeface="Syne Medium"/>
              <a:buNone/>
              <a:defRPr sz="7200">
                <a:latin typeface="Syne Medium"/>
                <a:ea typeface="Syne Medium"/>
                <a:cs typeface="Syne Medium"/>
                <a:sym typeface="Syne Medium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Font typeface="Syne Medium"/>
              <a:buNone/>
              <a:defRPr sz="7200">
                <a:latin typeface="Syne Medium"/>
                <a:ea typeface="Syne Medium"/>
                <a:cs typeface="Syne Medium"/>
                <a:sym typeface="Syne Medium"/>
              </a:defRPr>
            </a:lvl9pPr>
          </a:lstStyle>
          <a:p/>
        </p:txBody>
      </p:sp>
      <p:sp>
        <p:nvSpPr>
          <p:cNvPr id="58" name="Google Shape;58;p21"/>
          <p:cNvSpPr txBox="1"/>
          <p:nvPr>
            <p:ph idx="1" type="body"/>
          </p:nvPr>
        </p:nvSpPr>
        <p:spPr>
          <a:xfrm>
            <a:off x="342900" y="1947550"/>
            <a:ext cx="4052400" cy="287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pic>
        <p:nvPicPr>
          <p:cNvPr id="59" name="Google Shape;59;p21" title="Logo RGB@2x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968623" y="142225"/>
            <a:ext cx="794348" cy="191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greengrid1">
  <p:cSld name="TITLE_1">
    <p:bg>
      <p:bgPr>
        <a:gradFill>
          <a:gsLst>
            <a:gs pos="0">
              <a:schemeClr val="dk1"/>
            </a:gs>
            <a:gs pos="100000">
              <a:schemeClr val="dk2"/>
            </a:gs>
          </a:gsLst>
          <a:lin ang="5400012" scaled="0"/>
        </a:gradFill>
      </p:bgPr>
    </p:bg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" name="Google Shape;61;p22" title="perspective_lightgreen.png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62" name="Google Shape;62;p22"/>
          <p:cNvSpPr txBox="1"/>
          <p:nvPr>
            <p:ph type="ctrTitle"/>
          </p:nvPr>
        </p:nvSpPr>
        <p:spPr>
          <a:xfrm>
            <a:off x="327525" y="2251375"/>
            <a:ext cx="8473500" cy="262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7200"/>
              <a:buFont typeface="Syne ExtraBold"/>
              <a:buNone/>
              <a:defRPr sz="7200">
                <a:solidFill>
                  <a:schemeClr val="lt2"/>
                </a:solidFill>
                <a:latin typeface="Syne ExtraBold"/>
                <a:ea typeface="Syne ExtraBold"/>
                <a:cs typeface="Syne ExtraBold"/>
                <a:sym typeface="Syne ExtraBol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7200"/>
              <a:buNone/>
              <a:defRPr sz="7200">
                <a:solidFill>
                  <a:schemeClr val="lt2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7200"/>
              <a:buNone/>
              <a:defRPr sz="7200">
                <a:solidFill>
                  <a:schemeClr val="lt2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7200"/>
              <a:buNone/>
              <a:defRPr sz="7200">
                <a:solidFill>
                  <a:schemeClr val="lt2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7200"/>
              <a:buNone/>
              <a:defRPr sz="7200">
                <a:solidFill>
                  <a:schemeClr val="lt2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7200"/>
              <a:buNone/>
              <a:defRPr sz="7200">
                <a:solidFill>
                  <a:schemeClr val="lt2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7200"/>
              <a:buNone/>
              <a:defRPr sz="7200">
                <a:solidFill>
                  <a:schemeClr val="lt2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7200"/>
              <a:buNone/>
              <a:defRPr sz="7200">
                <a:solidFill>
                  <a:schemeClr val="lt2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7200"/>
              <a:buNone/>
              <a:defRPr sz="72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63" name="Google Shape;63;p22"/>
          <p:cNvSpPr txBox="1"/>
          <p:nvPr>
            <p:ph idx="1" type="subTitle"/>
          </p:nvPr>
        </p:nvSpPr>
        <p:spPr>
          <a:xfrm>
            <a:off x="327525" y="1254575"/>
            <a:ext cx="84735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Syne Medium"/>
              <a:buNone/>
              <a:defRPr sz="1600">
                <a:solidFill>
                  <a:schemeClr val="lt2"/>
                </a:solidFill>
                <a:latin typeface="Syne Medium"/>
                <a:ea typeface="Syne Medium"/>
                <a:cs typeface="Syne Medium"/>
                <a:sym typeface="Syne Medium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 b="1" sz="2800">
                <a:solidFill>
                  <a:schemeClr val="lt2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 b="1" sz="2800">
                <a:solidFill>
                  <a:schemeClr val="lt2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 b="1" sz="2800">
                <a:solidFill>
                  <a:schemeClr val="lt2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 b="1" sz="2800">
                <a:solidFill>
                  <a:schemeClr val="lt2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 b="1" sz="2800">
                <a:solidFill>
                  <a:schemeClr val="lt2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 b="1" sz="2800">
                <a:solidFill>
                  <a:schemeClr val="lt2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 b="1" sz="2800">
                <a:solidFill>
                  <a:schemeClr val="lt2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 b="1" sz="2800">
                <a:solidFill>
                  <a:schemeClr val="lt2"/>
                </a:solidFill>
              </a:defRPr>
            </a:lvl9pPr>
          </a:lstStyle>
          <a:p/>
        </p:txBody>
      </p:sp>
      <p:pic>
        <p:nvPicPr>
          <p:cNvPr id="64" name="Google Shape;64;p22" title="Logo sand RGB@2x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06747" y="142225"/>
            <a:ext cx="794348" cy="191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greengrid2">
  <p:cSld name="TITLE_1_2">
    <p:bg>
      <p:bgPr>
        <a:gradFill>
          <a:gsLst>
            <a:gs pos="0">
              <a:schemeClr val="dk1"/>
            </a:gs>
            <a:gs pos="100000">
              <a:schemeClr val="dk2"/>
            </a:gs>
          </a:gsLst>
          <a:lin ang="5400012" scaled="0"/>
        </a:gradFill>
      </p:bgPr>
    </p:bg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Google Shape;66;p23" title="perspective_lightgreen 2.png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p23"/>
          <p:cNvSpPr txBox="1"/>
          <p:nvPr>
            <p:ph type="ctrTitle"/>
          </p:nvPr>
        </p:nvSpPr>
        <p:spPr>
          <a:xfrm>
            <a:off x="327525" y="2251375"/>
            <a:ext cx="8473500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7200"/>
              <a:buFont typeface="Syne ExtraBold"/>
              <a:buNone/>
              <a:defRPr sz="7200">
                <a:solidFill>
                  <a:schemeClr val="lt2"/>
                </a:solidFill>
                <a:latin typeface="Syne ExtraBold"/>
                <a:ea typeface="Syne ExtraBold"/>
                <a:cs typeface="Syne ExtraBold"/>
                <a:sym typeface="Syne ExtraBol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7200"/>
              <a:buNone/>
              <a:defRPr sz="7200">
                <a:solidFill>
                  <a:schemeClr val="lt2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7200"/>
              <a:buNone/>
              <a:defRPr sz="7200">
                <a:solidFill>
                  <a:schemeClr val="lt2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7200"/>
              <a:buNone/>
              <a:defRPr sz="7200">
                <a:solidFill>
                  <a:schemeClr val="lt2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7200"/>
              <a:buNone/>
              <a:defRPr sz="7200">
                <a:solidFill>
                  <a:schemeClr val="lt2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7200"/>
              <a:buNone/>
              <a:defRPr sz="7200">
                <a:solidFill>
                  <a:schemeClr val="lt2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7200"/>
              <a:buNone/>
              <a:defRPr sz="7200">
                <a:solidFill>
                  <a:schemeClr val="lt2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7200"/>
              <a:buNone/>
              <a:defRPr sz="7200">
                <a:solidFill>
                  <a:schemeClr val="lt2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7200"/>
              <a:buNone/>
              <a:defRPr sz="72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68" name="Google Shape;68;p23"/>
          <p:cNvSpPr txBox="1"/>
          <p:nvPr>
            <p:ph idx="1" type="subTitle"/>
          </p:nvPr>
        </p:nvSpPr>
        <p:spPr>
          <a:xfrm>
            <a:off x="327525" y="1254575"/>
            <a:ext cx="84735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Syne Medium"/>
              <a:buNone/>
              <a:defRPr sz="1600">
                <a:solidFill>
                  <a:schemeClr val="lt2"/>
                </a:solidFill>
                <a:latin typeface="Syne Medium"/>
                <a:ea typeface="Syne Medium"/>
                <a:cs typeface="Syne Medium"/>
                <a:sym typeface="Syne Medium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 b="1" sz="2800">
                <a:solidFill>
                  <a:schemeClr val="lt2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 b="1" sz="2800">
                <a:solidFill>
                  <a:schemeClr val="lt2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 b="1" sz="2800">
                <a:solidFill>
                  <a:schemeClr val="lt2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 b="1" sz="2800">
                <a:solidFill>
                  <a:schemeClr val="lt2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 b="1" sz="2800">
                <a:solidFill>
                  <a:schemeClr val="lt2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 b="1" sz="2800">
                <a:solidFill>
                  <a:schemeClr val="lt2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 b="1" sz="2800">
                <a:solidFill>
                  <a:schemeClr val="lt2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 b="1" sz="2800">
                <a:solidFill>
                  <a:schemeClr val="lt2"/>
                </a:solidFill>
              </a:defRPr>
            </a:lvl9pPr>
          </a:lstStyle>
          <a:p/>
        </p:txBody>
      </p:sp>
      <p:pic>
        <p:nvPicPr>
          <p:cNvPr id="69" name="Google Shape;69;p23" title="Logo sand RGB@2x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06674" y="142223"/>
            <a:ext cx="794348" cy="191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greendots">
  <p:cSld name="TITLE_1_1">
    <p:bg>
      <p:bgPr>
        <a:gradFill>
          <a:gsLst>
            <a:gs pos="0">
              <a:schemeClr val="dk1"/>
            </a:gs>
            <a:gs pos="100000">
              <a:schemeClr val="dk2"/>
            </a:gs>
          </a:gsLst>
          <a:lin ang="5400012" scaled="0"/>
        </a:gradFill>
      </p:bgPr>
    </p:bg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" name="Google Shape;71;p24" title="dots_white.png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72" name="Google Shape;72;p24"/>
          <p:cNvSpPr txBox="1"/>
          <p:nvPr>
            <p:ph type="ctrTitle"/>
          </p:nvPr>
        </p:nvSpPr>
        <p:spPr>
          <a:xfrm>
            <a:off x="342900" y="2263725"/>
            <a:ext cx="8458200" cy="262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7200"/>
              <a:buFont typeface="Syne ExtraBold"/>
              <a:buNone/>
              <a:defRPr sz="7200">
                <a:solidFill>
                  <a:schemeClr val="lt2"/>
                </a:solidFill>
                <a:latin typeface="Syne ExtraBold"/>
                <a:ea typeface="Syne ExtraBold"/>
                <a:cs typeface="Syne ExtraBold"/>
                <a:sym typeface="Syne ExtraBol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7200"/>
              <a:buNone/>
              <a:defRPr sz="7200">
                <a:solidFill>
                  <a:schemeClr val="lt2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7200"/>
              <a:buNone/>
              <a:defRPr sz="7200">
                <a:solidFill>
                  <a:schemeClr val="lt2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7200"/>
              <a:buNone/>
              <a:defRPr sz="7200">
                <a:solidFill>
                  <a:schemeClr val="lt2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7200"/>
              <a:buNone/>
              <a:defRPr sz="7200">
                <a:solidFill>
                  <a:schemeClr val="lt2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7200"/>
              <a:buNone/>
              <a:defRPr sz="7200">
                <a:solidFill>
                  <a:schemeClr val="lt2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7200"/>
              <a:buNone/>
              <a:defRPr sz="7200">
                <a:solidFill>
                  <a:schemeClr val="lt2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7200"/>
              <a:buNone/>
              <a:defRPr sz="7200">
                <a:solidFill>
                  <a:schemeClr val="lt2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7200"/>
              <a:buNone/>
              <a:defRPr sz="72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73" name="Google Shape;73;p24"/>
          <p:cNvSpPr txBox="1"/>
          <p:nvPr>
            <p:ph idx="1" type="subTitle"/>
          </p:nvPr>
        </p:nvSpPr>
        <p:spPr>
          <a:xfrm>
            <a:off x="342900" y="1254575"/>
            <a:ext cx="84582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Syne Medium"/>
              <a:buNone/>
              <a:defRPr sz="1600">
                <a:solidFill>
                  <a:schemeClr val="lt2"/>
                </a:solidFill>
                <a:latin typeface="Syne Medium"/>
                <a:ea typeface="Syne Medium"/>
                <a:cs typeface="Syne Medium"/>
                <a:sym typeface="Syne Medium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 b="1" sz="2800">
                <a:solidFill>
                  <a:schemeClr val="lt2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 b="1" sz="2800">
                <a:solidFill>
                  <a:schemeClr val="lt2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 b="1" sz="2800">
                <a:solidFill>
                  <a:schemeClr val="lt2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 b="1" sz="2800">
                <a:solidFill>
                  <a:schemeClr val="lt2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 b="1" sz="2800">
                <a:solidFill>
                  <a:schemeClr val="lt2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 b="1" sz="2800">
                <a:solidFill>
                  <a:schemeClr val="lt2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 b="1" sz="2800">
                <a:solidFill>
                  <a:schemeClr val="lt2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 b="1" sz="2800">
                <a:solidFill>
                  <a:schemeClr val="lt2"/>
                </a:solidFill>
              </a:defRPr>
            </a:lvl9pPr>
          </a:lstStyle>
          <a:p/>
        </p:txBody>
      </p:sp>
      <p:pic>
        <p:nvPicPr>
          <p:cNvPr id="74" name="Google Shape;74;p24" title="Logo sand RGB@2x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06747" y="142225"/>
            <a:ext cx="794348" cy="191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green">
  <p:cSld name="TITLE_1_1_1">
    <p:bg>
      <p:bgPr>
        <a:gradFill>
          <a:gsLst>
            <a:gs pos="0">
              <a:schemeClr val="dk1"/>
            </a:gs>
            <a:gs pos="100000">
              <a:schemeClr val="dk2"/>
            </a:gs>
          </a:gsLst>
          <a:lin ang="5400012" scaled="0"/>
        </a:gradFill>
      </p:bgPr>
    </p:bg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25"/>
          <p:cNvSpPr txBox="1"/>
          <p:nvPr>
            <p:ph type="ctrTitle"/>
          </p:nvPr>
        </p:nvSpPr>
        <p:spPr>
          <a:xfrm>
            <a:off x="342900" y="2251375"/>
            <a:ext cx="8458200" cy="262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7200"/>
              <a:buFont typeface="Syne ExtraBold"/>
              <a:buNone/>
              <a:defRPr sz="7200">
                <a:solidFill>
                  <a:schemeClr val="lt2"/>
                </a:solidFill>
                <a:latin typeface="Syne ExtraBold"/>
                <a:ea typeface="Syne ExtraBold"/>
                <a:cs typeface="Syne ExtraBold"/>
                <a:sym typeface="Syne ExtraBol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7200"/>
              <a:buNone/>
              <a:defRPr sz="7200">
                <a:solidFill>
                  <a:schemeClr val="lt2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7200"/>
              <a:buNone/>
              <a:defRPr sz="7200">
                <a:solidFill>
                  <a:schemeClr val="lt2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7200"/>
              <a:buNone/>
              <a:defRPr sz="7200">
                <a:solidFill>
                  <a:schemeClr val="lt2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7200"/>
              <a:buNone/>
              <a:defRPr sz="7200">
                <a:solidFill>
                  <a:schemeClr val="lt2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7200"/>
              <a:buNone/>
              <a:defRPr sz="7200">
                <a:solidFill>
                  <a:schemeClr val="lt2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7200"/>
              <a:buNone/>
              <a:defRPr sz="7200">
                <a:solidFill>
                  <a:schemeClr val="lt2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7200"/>
              <a:buNone/>
              <a:defRPr sz="7200">
                <a:solidFill>
                  <a:schemeClr val="lt2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7200"/>
              <a:buNone/>
              <a:defRPr sz="72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77" name="Google Shape;77;p25"/>
          <p:cNvSpPr txBox="1"/>
          <p:nvPr>
            <p:ph idx="1" type="subTitle"/>
          </p:nvPr>
        </p:nvSpPr>
        <p:spPr>
          <a:xfrm>
            <a:off x="342900" y="1254575"/>
            <a:ext cx="84582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Syne Medium"/>
              <a:buNone/>
              <a:defRPr sz="1600">
                <a:solidFill>
                  <a:schemeClr val="lt2"/>
                </a:solidFill>
                <a:latin typeface="Syne Medium"/>
                <a:ea typeface="Syne Medium"/>
                <a:cs typeface="Syne Medium"/>
                <a:sym typeface="Syne Medium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 b="1" sz="2800">
                <a:solidFill>
                  <a:schemeClr val="lt2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 b="1" sz="2800">
                <a:solidFill>
                  <a:schemeClr val="lt2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 b="1" sz="2800">
                <a:solidFill>
                  <a:schemeClr val="lt2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 b="1" sz="2800">
                <a:solidFill>
                  <a:schemeClr val="lt2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 b="1" sz="2800">
                <a:solidFill>
                  <a:schemeClr val="lt2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 b="1" sz="2800">
                <a:solidFill>
                  <a:schemeClr val="lt2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 b="1" sz="2800">
                <a:solidFill>
                  <a:schemeClr val="lt2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 b="1" sz="2800">
                <a:solidFill>
                  <a:schemeClr val="lt2"/>
                </a:solidFill>
              </a:defRPr>
            </a:lvl9pPr>
          </a:lstStyle>
          <a:p/>
        </p:txBody>
      </p:sp>
      <p:pic>
        <p:nvPicPr>
          <p:cNvPr id="78" name="Google Shape;78;p25" title="Logo sand RGB@2x.png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006747" y="142225"/>
            <a:ext cx="794348" cy="191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half picture box">
  <p:cSld name="TITLE_1_1_1_1">
    <p:bg>
      <p:bgPr>
        <a:gradFill>
          <a:gsLst>
            <a:gs pos="0">
              <a:schemeClr val="dk1"/>
            </a:gs>
            <a:gs pos="100000">
              <a:schemeClr val="dk2"/>
            </a:gs>
          </a:gsLst>
          <a:lin ang="5400012" scaled="0"/>
        </a:gradFill>
      </p:bgPr>
    </p:bg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" name="Google Shape;80;p26" title="Box - lowres.jpg"/>
          <p:cNvPicPr preferRelativeResize="0"/>
          <p:nvPr/>
        </p:nvPicPr>
        <p:blipFill rotWithShape="1">
          <a:blip r:embed="rId2">
            <a:alphaModFix/>
          </a:blip>
          <a:srcRect b="0" l="24814" r="24809" t="0"/>
          <a:stretch/>
        </p:blipFill>
        <p:spPr>
          <a:xfrm>
            <a:off x="4537725" y="-20"/>
            <a:ext cx="4606275" cy="5143519"/>
          </a:xfrm>
          <a:prstGeom prst="rect">
            <a:avLst/>
          </a:prstGeom>
          <a:noFill/>
          <a:ln>
            <a:noFill/>
          </a:ln>
        </p:spPr>
      </p:pic>
      <p:sp>
        <p:nvSpPr>
          <p:cNvPr id="81" name="Google Shape;81;p26"/>
          <p:cNvSpPr txBox="1"/>
          <p:nvPr>
            <p:ph type="ctrTitle"/>
          </p:nvPr>
        </p:nvSpPr>
        <p:spPr>
          <a:xfrm>
            <a:off x="342900" y="2251375"/>
            <a:ext cx="4089900" cy="262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400"/>
              <a:buFont typeface="Syne ExtraBold"/>
              <a:buNone/>
              <a:defRPr sz="4400">
                <a:solidFill>
                  <a:schemeClr val="lt2"/>
                </a:solidFill>
                <a:latin typeface="Syne ExtraBold"/>
                <a:ea typeface="Syne ExtraBold"/>
                <a:cs typeface="Syne ExtraBold"/>
                <a:sym typeface="Syne ExtraBol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7200"/>
              <a:buNone/>
              <a:defRPr sz="7200">
                <a:solidFill>
                  <a:schemeClr val="lt2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7200"/>
              <a:buNone/>
              <a:defRPr sz="7200">
                <a:solidFill>
                  <a:schemeClr val="lt2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7200"/>
              <a:buNone/>
              <a:defRPr sz="7200">
                <a:solidFill>
                  <a:schemeClr val="lt2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7200"/>
              <a:buNone/>
              <a:defRPr sz="7200">
                <a:solidFill>
                  <a:schemeClr val="lt2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7200"/>
              <a:buNone/>
              <a:defRPr sz="7200">
                <a:solidFill>
                  <a:schemeClr val="lt2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7200"/>
              <a:buNone/>
              <a:defRPr sz="7200">
                <a:solidFill>
                  <a:schemeClr val="lt2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7200"/>
              <a:buNone/>
              <a:defRPr sz="7200">
                <a:solidFill>
                  <a:schemeClr val="lt2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7200"/>
              <a:buNone/>
              <a:defRPr sz="72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82" name="Google Shape;82;p26"/>
          <p:cNvSpPr txBox="1"/>
          <p:nvPr>
            <p:ph idx="1" type="subTitle"/>
          </p:nvPr>
        </p:nvSpPr>
        <p:spPr>
          <a:xfrm>
            <a:off x="342900" y="1254575"/>
            <a:ext cx="40899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Syne Medium"/>
              <a:buNone/>
              <a:defRPr sz="1600">
                <a:solidFill>
                  <a:schemeClr val="lt2"/>
                </a:solidFill>
                <a:latin typeface="Syne Medium"/>
                <a:ea typeface="Syne Medium"/>
                <a:cs typeface="Syne Medium"/>
                <a:sym typeface="Syne Medium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 b="1" sz="2800">
                <a:solidFill>
                  <a:schemeClr val="lt2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 b="1" sz="2800">
                <a:solidFill>
                  <a:schemeClr val="lt2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 b="1" sz="2800">
                <a:solidFill>
                  <a:schemeClr val="lt2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 b="1" sz="2800">
                <a:solidFill>
                  <a:schemeClr val="lt2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 b="1" sz="2800">
                <a:solidFill>
                  <a:schemeClr val="lt2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 b="1" sz="2800">
                <a:solidFill>
                  <a:schemeClr val="lt2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 b="1" sz="2800">
                <a:solidFill>
                  <a:schemeClr val="lt2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 b="1" sz="2800">
                <a:solidFill>
                  <a:schemeClr val="lt2"/>
                </a:solidFill>
              </a:defRPr>
            </a:lvl9pPr>
          </a:lstStyle>
          <a:p/>
        </p:txBody>
      </p:sp>
      <p:pic>
        <p:nvPicPr>
          <p:cNvPr id="83" name="Google Shape;83;p26" title="Logo sand RGB@2x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06747" y="142225"/>
            <a:ext cx="794348" cy="191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act Info grid2">
  <p:cSld name="TITLE_2_2_1">
    <p:bg>
      <p:bgPr>
        <a:gradFill>
          <a:gsLst>
            <a:gs pos="0">
              <a:schemeClr val="accent1"/>
            </a:gs>
            <a:gs pos="100000">
              <a:schemeClr val="accent3"/>
            </a:gs>
          </a:gsLst>
          <a:lin ang="5400012" scaled="0"/>
        </a:grad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" name="Google Shape;85;p27" title="perspective_lightgreen 2.png"/>
          <p:cNvPicPr preferRelativeResize="0"/>
          <p:nvPr/>
        </p:nvPicPr>
        <p:blipFill rotWithShape="1">
          <a:blip r:embed="rId2">
            <a:alphaModFix amt="40000"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27"/>
          <p:cNvSpPr txBox="1"/>
          <p:nvPr/>
        </p:nvSpPr>
        <p:spPr>
          <a:xfrm>
            <a:off x="316900" y="1818575"/>
            <a:ext cx="46761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" sz="2800" u="none" cap="none" strike="noStrike">
                <a:solidFill>
                  <a:schemeClr val="dk1"/>
                </a:solidFill>
                <a:latin typeface="Syne ExtraBold"/>
                <a:ea typeface="Syne ExtraBold"/>
                <a:cs typeface="Syne ExtraBold"/>
                <a:sym typeface="Syne ExtraBold"/>
              </a:rPr>
              <a:t>Contact for more info</a:t>
            </a:r>
            <a:endParaRPr b="0" i="0" sz="2800" u="none" cap="none" strike="noStrike">
              <a:solidFill>
                <a:schemeClr val="dk1"/>
              </a:solidFill>
              <a:latin typeface="Syne ExtraBold"/>
              <a:ea typeface="Syne ExtraBold"/>
              <a:cs typeface="Syne ExtraBold"/>
              <a:sym typeface="Syne ExtraBold"/>
            </a:endParaRPr>
          </a:p>
        </p:txBody>
      </p:sp>
      <p:sp>
        <p:nvSpPr>
          <p:cNvPr id="87" name="Google Shape;87;p27"/>
          <p:cNvSpPr txBox="1"/>
          <p:nvPr/>
        </p:nvSpPr>
        <p:spPr>
          <a:xfrm>
            <a:off x="316900" y="1025975"/>
            <a:ext cx="84843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" sz="1600" u="none" cap="none" strike="noStrike">
                <a:solidFill>
                  <a:srgbClr val="081F09"/>
                </a:solidFill>
                <a:latin typeface="Syne"/>
                <a:ea typeface="Syne"/>
                <a:cs typeface="Syne"/>
                <a:sym typeface="Syne"/>
              </a:rPr>
              <a:t>Think Beyond AI</a:t>
            </a:r>
            <a:endParaRPr b="1" i="0" sz="1600" u="none" cap="none" strike="noStrike">
              <a:solidFill>
                <a:srgbClr val="081F09"/>
              </a:solidFill>
              <a:latin typeface="Syne"/>
              <a:ea typeface="Syne"/>
              <a:cs typeface="Syne"/>
              <a:sym typeface="Syne"/>
            </a:endParaRPr>
          </a:p>
        </p:txBody>
      </p:sp>
      <p:sp>
        <p:nvSpPr>
          <p:cNvPr id="88" name="Google Shape;88;p27"/>
          <p:cNvSpPr txBox="1"/>
          <p:nvPr>
            <p:ph idx="1" type="body"/>
          </p:nvPr>
        </p:nvSpPr>
        <p:spPr>
          <a:xfrm>
            <a:off x="1299900" y="2880400"/>
            <a:ext cx="3232800" cy="78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Afacad"/>
              <a:buChar char="●"/>
              <a:defRPr sz="1200">
                <a:latin typeface="Afacad"/>
                <a:ea typeface="Afacad"/>
                <a:cs typeface="Afacad"/>
                <a:sym typeface="Afacad"/>
              </a:defRPr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Afacad"/>
              <a:buChar char="○"/>
              <a:defRPr sz="1200">
                <a:latin typeface="Afacad"/>
                <a:ea typeface="Afacad"/>
                <a:cs typeface="Afacad"/>
                <a:sym typeface="Afacad"/>
              </a:defRPr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Afacad"/>
              <a:buChar char="■"/>
              <a:defRPr sz="1200">
                <a:latin typeface="Afacad"/>
                <a:ea typeface="Afacad"/>
                <a:cs typeface="Afacad"/>
                <a:sym typeface="Afacad"/>
              </a:defRPr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Afacad"/>
              <a:buChar char="●"/>
              <a:defRPr sz="1200">
                <a:latin typeface="Afacad"/>
                <a:ea typeface="Afacad"/>
                <a:cs typeface="Afacad"/>
                <a:sym typeface="Afacad"/>
              </a:defRPr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Afacad"/>
              <a:buChar char="○"/>
              <a:defRPr sz="1200">
                <a:latin typeface="Afacad"/>
                <a:ea typeface="Afacad"/>
                <a:cs typeface="Afacad"/>
                <a:sym typeface="Afacad"/>
              </a:defRPr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Afacad"/>
              <a:buChar char="■"/>
              <a:defRPr sz="1200">
                <a:latin typeface="Afacad"/>
                <a:ea typeface="Afacad"/>
                <a:cs typeface="Afacad"/>
                <a:sym typeface="Afacad"/>
              </a:defRPr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Afacad"/>
              <a:buChar char="●"/>
              <a:defRPr sz="1200">
                <a:latin typeface="Afacad"/>
                <a:ea typeface="Afacad"/>
                <a:cs typeface="Afacad"/>
                <a:sym typeface="Afacad"/>
              </a:defRPr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Afacad"/>
              <a:buChar char="○"/>
              <a:defRPr sz="1200">
                <a:latin typeface="Afacad"/>
                <a:ea typeface="Afacad"/>
                <a:cs typeface="Afacad"/>
                <a:sym typeface="Afacad"/>
              </a:defRPr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Afacad"/>
              <a:buChar char="■"/>
              <a:defRPr sz="1200">
                <a:latin typeface="Afacad"/>
                <a:ea typeface="Afacad"/>
                <a:cs typeface="Afacad"/>
                <a:sym typeface="Afacad"/>
              </a:defRPr>
            </a:lvl9pPr>
          </a:lstStyle>
          <a:p/>
        </p:txBody>
      </p:sp>
      <p:sp>
        <p:nvSpPr>
          <p:cNvPr id="89" name="Google Shape;89;p27"/>
          <p:cNvSpPr/>
          <p:nvPr>
            <p:ph idx="2" type="pic"/>
          </p:nvPr>
        </p:nvSpPr>
        <p:spPr>
          <a:xfrm>
            <a:off x="316911" y="2834500"/>
            <a:ext cx="877200" cy="877200"/>
          </a:xfrm>
          <a:prstGeom prst="ellipse">
            <a:avLst/>
          </a:prstGeom>
          <a:noFill/>
          <a:ln>
            <a:noFill/>
          </a:ln>
        </p:spPr>
      </p:sp>
      <p:sp>
        <p:nvSpPr>
          <p:cNvPr id="90" name="Google Shape;90;p27"/>
          <p:cNvSpPr txBox="1"/>
          <p:nvPr>
            <p:ph idx="3" type="body"/>
          </p:nvPr>
        </p:nvSpPr>
        <p:spPr>
          <a:xfrm>
            <a:off x="5568350" y="2880400"/>
            <a:ext cx="3232800" cy="78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Afacad"/>
              <a:buChar char="●"/>
              <a:defRPr sz="1200">
                <a:latin typeface="Afacad"/>
                <a:ea typeface="Afacad"/>
                <a:cs typeface="Afacad"/>
                <a:sym typeface="Afacad"/>
              </a:defRPr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Afacad"/>
              <a:buChar char="○"/>
              <a:defRPr sz="1200">
                <a:latin typeface="Afacad"/>
                <a:ea typeface="Afacad"/>
                <a:cs typeface="Afacad"/>
                <a:sym typeface="Afacad"/>
              </a:defRPr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Afacad"/>
              <a:buChar char="■"/>
              <a:defRPr sz="1200">
                <a:latin typeface="Afacad"/>
                <a:ea typeface="Afacad"/>
                <a:cs typeface="Afacad"/>
                <a:sym typeface="Afacad"/>
              </a:defRPr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Afacad"/>
              <a:buChar char="●"/>
              <a:defRPr sz="1200">
                <a:latin typeface="Afacad"/>
                <a:ea typeface="Afacad"/>
                <a:cs typeface="Afacad"/>
                <a:sym typeface="Afacad"/>
              </a:defRPr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Afacad"/>
              <a:buChar char="○"/>
              <a:defRPr sz="1200">
                <a:latin typeface="Afacad"/>
                <a:ea typeface="Afacad"/>
                <a:cs typeface="Afacad"/>
                <a:sym typeface="Afacad"/>
              </a:defRPr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Afacad"/>
              <a:buChar char="■"/>
              <a:defRPr sz="1200">
                <a:latin typeface="Afacad"/>
                <a:ea typeface="Afacad"/>
                <a:cs typeface="Afacad"/>
                <a:sym typeface="Afacad"/>
              </a:defRPr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Afacad"/>
              <a:buChar char="●"/>
              <a:defRPr sz="1200">
                <a:latin typeface="Afacad"/>
                <a:ea typeface="Afacad"/>
                <a:cs typeface="Afacad"/>
                <a:sym typeface="Afacad"/>
              </a:defRPr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Afacad"/>
              <a:buChar char="○"/>
              <a:defRPr sz="1200">
                <a:latin typeface="Afacad"/>
                <a:ea typeface="Afacad"/>
                <a:cs typeface="Afacad"/>
                <a:sym typeface="Afacad"/>
              </a:defRPr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Afacad"/>
              <a:buChar char="■"/>
              <a:defRPr sz="1200">
                <a:latin typeface="Afacad"/>
                <a:ea typeface="Afacad"/>
                <a:cs typeface="Afacad"/>
                <a:sym typeface="Afacad"/>
              </a:defRPr>
            </a:lvl9pPr>
          </a:lstStyle>
          <a:p/>
        </p:txBody>
      </p:sp>
      <p:sp>
        <p:nvSpPr>
          <p:cNvPr id="91" name="Google Shape;91;p27"/>
          <p:cNvSpPr/>
          <p:nvPr>
            <p:ph idx="4" type="pic"/>
          </p:nvPr>
        </p:nvSpPr>
        <p:spPr>
          <a:xfrm>
            <a:off x="4611923" y="2834500"/>
            <a:ext cx="877200" cy="877200"/>
          </a:xfrm>
          <a:prstGeom prst="ellipse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yellowdots">
  <p:cSld name="TITLE_2_1">
    <p:bg>
      <p:bgPr>
        <a:gradFill>
          <a:gsLst>
            <a:gs pos="0">
              <a:schemeClr val="accent1"/>
            </a:gs>
            <a:gs pos="100000">
              <a:schemeClr val="accent3"/>
            </a:gs>
          </a:gsLst>
          <a:lin ang="5400012" scaled="0"/>
        </a:gradFill>
      </p:bgPr>
    </p:bg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" name="Google Shape;93;p28" title="dots_dark.png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28"/>
          <p:cNvSpPr txBox="1"/>
          <p:nvPr>
            <p:ph type="ctrTitle"/>
          </p:nvPr>
        </p:nvSpPr>
        <p:spPr>
          <a:xfrm>
            <a:off x="327525" y="2263725"/>
            <a:ext cx="8473500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SzPts val="7200"/>
              <a:buFont typeface="Syne ExtraBold"/>
              <a:buNone/>
              <a:defRPr sz="7200">
                <a:latin typeface="Syne ExtraBold"/>
                <a:ea typeface="Syne ExtraBold"/>
                <a:cs typeface="Syne ExtraBold"/>
                <a:sym typeface="Syne ExtraBol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9pPr>
          </a:lstStyle>
          <a:p/>
        </p:txBody>
      </p:sp>
      <p:sp>
        <p:nvSpPr>
          <p:cNvPr id="95" name="Google Shape;95;p28"/>
          <p:cNvSpPr txBox="1"/>
          <p:nvPr>
            <p:ph idx="1" type="subTitle"/>
          </p:nvPr>
        </p:nvSpPr>
        <p:spPr>
          <a:xfrm>
            <a:off x="327525" y="1254575"/>
            <a:ext cx="84735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Syne Medium"/>
              <a:buNone/>
              <a:defRPr sz="1600">
                <a:latin typeface="Syne Medium"/>
                <a:ea typeface="Syne Medium"/>
                <a:cs typeface="Syne Medium"/>
                <a:sym typeface="Syne Medium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b="1"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b="1"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b="1"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b="1"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b="1"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b="1"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b="1"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b="1" sz="2800"/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yellow">
  <p:cSld name="TITLE_2_1_1">
    <p:bg>
      <p:bgPr>
        <a:gradFill>
          <a:gsLst>
            <a:gs pos="0">
              <a:schemeClr val="accent1"/>
            </a:gs>
            <a:gs pos="100000">
              <a:schemeClr val="accent3"/>
            </a:gs>
          </a:gsLst>
          <a:lin ang="5400012" scaled="0"/>
        </a:gradFill>
      </p:bgPr>
    </p:bg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9"/>
          <p:cNvSpPr txBox="1"/>
          <p:nvPr>
            <p:ph type="ctrTitle"/>
          </p:nvPr>
        </p:nvSpPr>
        <p:spPr>
          <a:xfrm>
            <a:off x="327525" y="2263725"/>
            <a:ext cx="8473500" cy="262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SzPts val="7200"/>
              <a:buFont typeface="Syne ExtraBold"/>
              <a:buNone/>
              <a:defRPr sz="7200">
                <a:latin typeface="Syne ExtraBold"/>
                <a:ea typeface="Syne ExtraBold"/>
                <a:cs typeface="Syne ExtraBold"/>
                <a:sym typeface="Syne ExtraBol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9pPr>
          </a:lstStyle>
          <a:p/>
        </p:txBody>
      </p:sp>
      <p:sp>
        <p:nvSpPr>
          <p:cNvPr id="98" name="Google Shape;98;p29"/>
          <p:cNvSpPr txBox="1"/>
          <p:nvPr>
            <p:ph idx="1" type="subTitle"/>
          </p:nvPr>
        </p:nvSpPr>
        <p:spPr>
          <a:xfrm>
            <a:off x="327525" y="1254575"/>
            <a:ext cx="84735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Syne Medium"/>
              <a:buNone/>
              <a:defRPr sz="1600">
                <a:latin typeface="Syne Medium"/>
                <a:ea typeface="Syne Medium"/>
                <a:cs typeface="Syne Medium"/>
                <a:sym typeface="Syne Medium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b="1"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b="1"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b="1"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b="1"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b="1"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b="1"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b="1"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b="1" sz="2800"/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- sandgrid1" type="secHead">
  <p:cSld name="SECTION_HEADER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30" title="perspective_lightgreen.png"/>
          <p:cNvPicPr preferRelativeResize="0"/>
          <p:nvPr/>
        </p:nvPicPr>
        <p:blipFill rotWithShape="1">
          <a:blip r:embed="rId2">
            <a:alphaModFix amt="40000"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30"/>
          <p:cNvSpPr txBox="1"/>
          <p:nvPr>
            <p:ph type="title"/>
          </p:nvPr>
        </p:nvSpPr>
        <p:spPr>
          <a:xfrm>
            <a:off x="342900" y="2150850"/>
            <a:ext cx="84582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Syne Medium"/>
              <a:buNone/>
              <a:defRPr sz="3600">
                <a:latin typeface="Syne Medium"/>
                <a:ea typeface="Syne Medium"/>
                <a:cs typeface="Syne Medium"/>
                <a:sym typeface="Syne Medium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- sandgrid2">
  <p:cSld name="SECTION_HEADER_4"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" name="Google Shape;103;p31" title="perspective_lightgreen 2.png"/>
          <p:cNvPicPr preferRelativeResize="0"/>
          <p:nvPr/>
        </p:nvPicPr>
        <p:blipFill rotWithShape="1">
          <a:blip r:embed="rId2">
            <a:alphaModFix amt="40000"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31"/>
          <p:cNvSpPr txBox="1"/>
          <p:nvPr>
            <p:ph type="title"/>
          </p:nvPr>
        </p:nvSpPr>
        <p:spPr>
          <a:xfrm>
            <a:off x="342900" y="2150850"/>
            <a:ext cx="84582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Syne Medium"/>
              <a:buNone/>
              <a:defRPr sz="3600">
                <a:latin typeface="Syne Medium"/>
                <a:ea typeface="Syne Medium"/>
                <a:cs typeface="Syne Medium"/>
                <a:sym typeface="Syne Medium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- sand">
  <p:cSld name="SECTION_HEADER_3_1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32"/>
          <p:cNvSpPr txBox="1"/>
          <p:nvPr>
            <p:ph type="title"/>
          </p:nvPr>
        </p:nvSpPr>
        <p:spPr>
          <a:xfrm>
            <a:off x="342900" y="2150850"/>
            <a:ext cx="84582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Syne Medium"/>
              <a:buNone/>
              <a:defRPr sz="3600">
                <a:latin typeface="Syne Medium"/>
                <a:ea typeface="Syne Medium"/>
                <a:cs typeface="Syne Medium"/>
                <a:sym typeface="Syne Medium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- greengrid1">
  <p:cSld name="SECTION_HEADER_1">
    <p:bg>
      <p:bgPr>
        <a:gradFill>
          <a:gsLst>
            <a:gs pos="0">
              <a:schemeClr val="dk1"/>
            </a:gs>
            <a:gs pos="100000">
              <a:schemeClr val="dk2"/>
            </a:gs>
          </a:gsLst>
          <a:lin ang="5400012" scaled="0"/>
        </a:gradFill>
      </p:bgPr>
    </p:bg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8" name="Google Shape;108;p33" title="perspective_lightgreen.png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33"/>
          <p:cNvSpPr txBox="1"/>
          <p:nvPr>
            <p:ph type="title"/>
          </p:nvPr>
        </p:nvSpPr>
        <p:spPr>
          <a:xfrm>
            <a:off x="342900" y="2150850"/>
            <a:ext cx="84894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Font typeface="Syne Medium"/>
              <a:buNone/>
              <a:defRPr sz="3600">
                <a:solidFill>
                  <a:schemeClr val="lt2"/>
                </a:solidFill>
                <a:latin typeface="Syne Medium"/>
                <a:ea typeface="Syne Medium"/>
                <a:cs typeface="Syne Medium"/>
                <a:sym typeface="Syne Medium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9pPr>
          </a:lstStyle>
          <a:p/>
        </p:txBody>
      </p:sp>
      <p:pic>
        <p:nvPicPr>
          <p:cNvPr id="110" name="Google Shape;110;p33" title="Logo sand RGB@2x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37947" y="142225"/>
            <a:ext cx="794348" cy="191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x2 body with. subheader green grid1">
  <p:cSld name="SECTION_HEADER_1_3">
    <p:bg>
      <p:bgPr>
        <a:gradFill>
          <a:gsLst>
            <a:gs pos="0">
              <a:schemeClr val="dk1"/>
            </a:gs>
            <a:gs pos="100000">
              <a:schemeClr val="dk2"/>
            </a:gs>
          </a:gsLst>
          <a:lin ang="5400012" scaled="0"/>
        </a:gradFill>
      </p:bgPr>
    </p:bg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" name="Google Shape;112;p34" title="perspective_lightgreen.png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" name="Google Shape;113;p34" title="Logo sand RGB@2x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06747" y="142225"/>
            <a:ext cx="794348" cy="191600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34"/>
          <p:cNvSpPr txBox="1"/>
          <p:nvPr>
            <p:ph type="title"/>
          </p:nvPr>
        </p:nvSpPr>
        <p:spPr>
          <a:xfrm>
            <a:off x="342900" y="333875"/>
            <a:ext cx="8458200" cy="88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>
                <a:solidFill>
                  <a:schemeClr val="l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>
                <a:solidFill>
                  <a:schemeClr val="lt2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>
                <a:solidFill>
                  <a:schemeClr val="lt2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>
                <a:solidFill>
                  <a:schemeClr val="lt2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>
                <a:solidFill>
                  <a:schemeClr val="lt2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>
                <a:solidFill>
                  <a:schemeClr val="lt2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>
                <a:solidFill>
                  <a:schemeClr val="lt2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>
                <a:solidFill>
                  <a:schemeClr val="lt2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15" name="Google Shape;115;p34"/>
          <p:cNvSpPr txBox="1"/>
          <p:nvPr>
            <p:ph idx="1" type="body"/>
          </p:nvPr>
        </p:nvSpPr>
        <p:spPr>
          <a:xfrm>
            <a:off x="342900" y="2127629"/>
            <a:ext cx="3751800" cy="232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Char char="●"/>
              <a:defRPr>
                <a:solidFill>
                  <a:schemeClr val="lt2"/>
                </a:solidFill>
              </a:defRPr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>
                <a:solidFill>
                  <a:schemeClr val="lt2"/>
                </a:solidFill>
              </a:defRPr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>
                <a:solidFill>
                  <a:schemeClr val="lt2"/>
                </a:solidFill>
              </a:defRPr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16" name="Google Shape;116;p34"/>
          <p:cNvSpPr txBox="1"/>
          <p:nvPr>
            <p:ph idx="2" type="body"/>
          </p:nvPr>
        </p:nvSpPr>
        <p:spPr>
          <a:xfrm>
            <a:off x="5049299" y="2127629"/>
            <a:ext cx="3751800" cy="232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Char char="●"/>
              <a:defRPr>
                <a:solidFill>
                  <a:schemeClr val="lt2"/>
                </a:solidFill>
              </a:defRPr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>
                <a:solidFill>
                  <a:schemeClr val="lt2"/>
                </a:solidFill>
              </a:defRPr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>
                <a:solidFill>
                  <a:schemeClr val="lt2"/>
                </a:solidFill>
              </a:defRPr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17" name="Google Shape;117;p34"/>
          <p:cNvSpPr txBox="1"/>
          <p:nvPr>
            <p:ph idx="3" type="subTitle"/>
          </p:nvPr>
        </p:nvSpPr>
        <p:spPr>
          <a:xfrm>
            <a:off x="342900" y="1670050"/>
            <a:ext cx="3751800" cy="35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Syne Medium"/>
              <a:buNone/>
              <a:defRPr sz="1600">
                <a:solidFill>
                  <a:schemeClr val="lt2"/>
                </a:solidFill>
                <a:latin typeface="Syne Medium"/>
                <a:ea typeface="Syne Medium"/>
                <a:cs typeface="Syne Medium"/>
                <a:sym typeface="Syne Medium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Syne Medium"/>
              <a:buNone/>
              <a:defRPr sz="1600">
                <a:solidFill>
                  <a:schemeClr val="lt2"/>
                </a:solidFill>
                <a:latin typeface="Syne Medium"/>
                <a:ea typeface="Syne Medium"/>
                <a:cs typeface="Syne Medium"/>
                <a:sym typeface="Syne Medium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Syne Medium"/>
              <a:buNone/>
              <a:defRPr sz="1600">
                <a:solidFill>
                  <a:schemeClr val="lt2"/>
                </a:solidFill>
                <a:latin typeface="Syne Medium"/>
                <a:ea typeface="Syne Medium"/>
                <a:cs typeface="Syne Medium"/>
                <a:sym typeface="Syne Medium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Syne Medium"/>
              <a:buNone/>
              <a:defRPr sz="1600">
                <a:solidFill>
                  <a:schemeClr val="lt2"/>
                </a:solidFill>
                <a:latin typeface="Syne Medium"/>
                <a:ea typeface="Syne Medium"/>
                <a:cs typeface="Syne Medium"/>
                <a:sym typeface="Syne Medium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Syne Medium"/>
              <a:buNone/>
              <a:defRPr sz="1600">
                <a:solidFill>
                  <a:schemeClr val="lt2"/>
                </a:solidFill>
                <a:latin typeface="Syne Medium"/>
                <a:ea typeface="Syne Medium"/>
                <a:cs typeface="Syne Medium"/>
                <a:sym typeface="Syne Medium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Syne Medium"/>
              <a:buNone/>
              <a:defRPr sz="1600">
                <a:solidFill>
                  <a:schemeClr val="lt2"/>
                </a:solidFill>
                <a:latin typeface="Syne Medium"/>
                <a:ea typeface="Syne Medium"/>
                <a:cs typeface="Syne Medium"/>
                <a:sym typeface="Syne Medium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Syne Medium"/>
              <a:buNone/>
              <a:defRPr sz="1600">
                <a:solidFill>
                  <a:schemeClr val="lt2"/>
                </a:solidFill>
                <a:latin typeface="Syne Medium"/>
                <a:ea typeface="Syne Medium"/>
                <a:cs typeface="Syne Medium"/>
                <a:sym typeface="Syne Medium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Syne Medium"/>
              <a:buNone/>
              <a:defRPr sz="1600">
                <a:solidFill>
                  <a:schemeClr val="lt2"/>
                </a:solidFill>
                <a:latin typeface="Syne Medium"/>
                <a:ea typeface="Syne Medium"/>
                <a:cs typeface="Syne Medium"/>
                <a:sym typeface="Syne Medium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Syne Medium"/>
              <a:buNone/>
              <a:defRPr sz="1600">
                <a:solidFill>
                  <a:schemeClr val="lt2"/>
                </a:solidFill>
                <a:latin typeface="Syne Medium"/>
                <a:ea typeface="Syne Medium"/>
                <a:cs typeface="Syne Medium"/>
                <a:sym typeface="Syne Medium"/>
              </a:defRPr>
            </a:lvl9pPr>
          </a:lstStyle>
          <a:p/>
        </p:txBody>
      </p:sp>
      <p:sp>
        <p:nvSpPr>
          <p:cNvPr id="118" name="Google Shape;118;p34"/>
          <p:cNvSpPr txBox="1"/>
          <p:nvPr>
            <p:ph idx="4" type="subTitle"/>
          </p:nvPr>
        </p:nvSpPr>
        <p:spPr>
          <a:xfrm>
            <a:off x="5049299" y="1670050"/>
            <a:ext cx="3751800" cy="35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Syne Medium"/>
              <a:buNone/>
              <a:defRPr sz="1600">
                <a:solidFill>
                  <a:schemeClr val="lt2"/>
                </a:solidFill>
                <a:latin typeface="Syne Medium"/>
                <a:ea typeface="Syne Medium"/>
                <a:cs typeface="Syne Medium"/>
                <a:sym typeface="Syne Medium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Syne Medium"/>
              <a:buNone/>
              <a:defRPr sz="1600">
                <a:solidFill>
                  <a:schemeClr val="lt2"/>
                </a:solidFill>
                <a:latin typeface="Syne Medium"/>
                <a:ea typeface="Syne Medium"/>
                <a:cs typeface="Syne Medium"/>
                <a:sym typeface="Syne Medium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Syne Medium"/>
              <a:buNone/>
              <a:defRPr sz="1600">
                <a:solidFill>
                  <a:schemeClr val="lt2"/>
                </a:solidFill>
                <a:latin typeface="Syne Medium"/>
                <a:ea typeface="Syne Medium"/>
                <a:cs typeface="Syne Medium"/>
                <a:sym typeface="Syne Medium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Syne Medium"/>
              <a:buNone/>
              <a:defRPr sz="1600">
                <a:solidFill>
                  <a:schemeClr val="lt2"/>
                </a:solidFill>
                <a:latin typeface="Syne Medium"/>
                <a:ea typeface="Syne Medium"/>
                <a:cs typeface="Syne Medium"/>
                <a:sym typeface="Syne Medium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Syne Medium"/>
              <a:buNone/>
              <a:defRPr sz="1600">
                <a:solidFill>
                  <a:schemeClr val="lt2"/>
                </a:solidFill>
                <a:latin typeface="Syne Medium"/>
                <a:ea typeface="Syne Medium"/>
                <a:cs typeface="Syne Medium"/>
                <a:sym typeface="Syne Medium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Syne Medium"/>
              <a:buNone/>
              <a:defRPr sz="1600">
                <a:solidFill>
                  <a:schemeClr val="lt2"/>
                </a:solidFill>
                <a:latin typeface="Syne Medium"/>
                <a:ea typeface="Syne Medium"/>
                <a:cs typeface="Syne Medium"/>
                <a:sym typeface="Syne Medium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Syne Medium"/>
              <a:buNone/>
              <a:defRPr sz="1600">
                <a:solidFill>
                  <a:schemeClr val="lt2"/>
                </a:solidFill>
                <a:latin typeface="Syne Medium"/>
                <a:ea typeface="Syne Medium"/>
                <a:cs typeface="Syne Medium"/>
                <a:sym typeface="Syne Medium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Syne Medium"/>
              <a:buNone/>
              <a:defRPr sz="1600">
                <a:solidFill>
                  <a:schemeClr val="lt2"/>
                </a:solidFill>
                <a:latin typeface="Syne Medium"/>
                <a:ea typeface="Syne Medium"/>
                <a:cs typeface="Syne Medium"/>
                <a:sym typeface="Syne Medium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Syne Medium"/>
              <a:buNone/>
              <a:defRPr sz="1600">
                <a:solidFill>
                  <a:schemeClr val="lt2"/>
                </a:solidFill>
                <a:latin typeface="Syne Medium"/>
                <a:ea typeface="Syne Medium"/>
                <a:cs typeface="Syne Medium"/>
                <a:sym typeface="Syne Medium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- greengrid2">
  <p:cSld name="SECTION_HEADER_1_2">
    <p:bg>
      <p:bgPr>
        <a:gradFill>
          <a:gsLst>
            <a:gs pos="0">
              <a:schemeClr val="dk1"/>
            </a:gs>
            <a:gs pos="100000">
              <a:schemeClr val="dk2"/>
            </a:gs>
          </a:gsLst>
          <a:lin ang="5400012" scaled="0"/>
        </a:gradFill>
      </p:bgPr>
    </p:bg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0" name="Google Shape;120;p35" title="perspective_lightgreen 2.png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35"/>
          <p:cNvSpPr txBox="1"/>
          <p:nvPr>
            <p:ph type="title"/>
          </p:nvPr>
        </p:nvSpPr>
        <p:spPr>
          <a:xfrm>
            <a:off x="342900" y="2150850"/>
            <a:ext cx="84894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Font typeface="Syne Medium"/>
              <a:buNone/>
              <a:defRPr sz="3600">
                <a:solidFill>
                  <a:schemeClr val="lt2"/>
                </a:solidFill>
                <a:latin typeface="Syne Medium"/>
                <a:ea typeface="Syne Medium"/>
                <a:cs typeface="Syne Medium"/>
                <a:sym typeface="Syne Medium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9pPr>
          </a:lstStyle>
          <a:p/>
        </p:txBody>
      </p:sp>
      <p:pic>
        <p:nvPicPr>
          <p:cNvPr id="122" name="Google Shape;122;p35" title="Logo sand RGB@2x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37947" y="142225"/>
            <a:ext cx="794348" cy="191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- greendots">
  <p:cSld name="SECTION_HEADER_1_1">
    <p:bg>
      <p:bgPr>
        <a:gradFill>
          <a:gsLst>
            <a:gs pos="0">
              <a:schemeClr val="dk1"/>
            </a:gs>
            <a:gs pos="100000">
              <a:schemeClr val="dk2"/>
            </a:gs>
          </a:gsLst>
          <a:lin ang="5400012" scaled="0"/>
        </a:gradFill>
      </p:bgPr>
    </p:bg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4" name="Google Shape;124;p36" title="dots_white.png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p36"/>
          <p:cNvSpPr txBox="1"/>
          <p:nvPr>
            <p:ph type="title"/>
          </p:nvPr>
        </p:nvSpPr>
        <p:spPr>
          <a:xfrm>
            <a:off x="342900" y="2150850"/>
            <a:ext cx="84894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Font typeface="Syne Medium"/>
              <a:buNone/>
              <a:defRPr sz="3600">
                <a:solidFill>
                  <a:schemeClr val="lt2"/>
                </a:solidFill>
                <a:latin typeface="Syne Medium"/>
                <a:ea typeface="Syne Medium"/>
                <a:cs typeface="Syne Medium"/>
                <a:sym typeface="Syne Medium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9pPr>
          </a:lstStyle>
          <a:p/>
        </p:txBody>
      </p:sp>
      <p:pic>
        <p:nvPicPr>
          <p:cNvPr id="126" name="Google Shape;126;p36" title="Logo sand RGB@2x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37947" y="142225"/>
            <a:ext cx="794348" cy="191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- green">
  <p:cSld name="SECTION_HEADER_1_1_1">
    <p:bg>
      <p:bgPr>
        <a:gradFill>
          <a:gsLst>
            <a:gs pos="0">
              <a:schemeClr val="dk1"/>
            </a:gs>
            <a:gs pos="100000">
              <a:schemeClr val="dk2"/>
            </a:gs>
          </a:gsLst>
          <a:lin ang="5400012" scaled="0"/>
        </a:gradFill>
      </p:bgPr>
    </p:bg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37"/>
          <p:cNvSpPr txBox="1"/>
          <p:nvPr>
            <p:ph type="title"/>
          </p:nvPr>
        </p:nvSpPr>
        <p:spPr>
          <a:xfrm>
            <a:off x="342900" y="2150850"/>
            <a:ext cx="84894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Font typeface="Syne Medium"/>
              <a:buNone/>
              <a:defRPr sz="3600">
                <a:solidFill>
                  <a:schemeClr val="lt2"/>
                </a:solidFill>
                <a:latin typeface="Syne Medium"/>
                <a:ea typeface="Syne Medium"/>
                <a:cs typeface="Syne Medium"/>
                <a:sym typeface="Syne Medium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9pPr>
          </a:lstStyle>
          <a:p/>
        </p:txBody>
      </p:sp>
      <p:pic>
        <p:nvPicPr>
          <p:cNvPr id="129" name="Google Shape;129;p37" title="Logo sand RGB@2x.png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037947" y="142225"/>
            <a:ext cx="794348" cy="191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- yellowgrid1">
  <p:cSld name="SECTION_HEADER_2">
    <p:bg>
      <p:bgPr>
        <a:gradFill>
          <a:gsLst>
            <a:gs pos="0">
              <a:schemeClr val="accent1"/>
            </a:gs>
            <a:gs pos="100000">
              <a:schemeClr val="accent3"/>
            </a:gs>
          </a:gsLst>
          <a:lin ang="5400012" scaled="0"/>
        </a:gradFill>
      </p:bgPr>
    </p:bg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1" name="Google Shape;131;p38" title="perspective_lightgreen.png"/>
          <p:cNvPicPr preferRelativeResize="0"/>
          <p:nvPr/>
        </p:nvPicPr>
        <p:blipFill rotWithShape="1">
          <a:blip r:embed="rId2">
            <a:alphaModFix amt="40000"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38"/>
          <p:cNvSpPr txBox="1"/>
          <p:nvPr>
            <p:ph type="title"/>
          </p:nvPr>
        </p:nvSpPr>
        <p:spPr>
          <a:xfrm>
            <a:off x="342900" y="2057400"/>
            <a:ext cx="84582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Syne Medium"/>
              <a:buNone/>
              <a:defRPr sz="3600">
                <a:latin typeface="Syne Medium"/>
                <a:ea typeface="Syne Medium"/>
                <a:cs typeface="Syne Medium"/>
                <a:sym typeface="Syne Medium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x2 body with subheader lime grid1">
  <p:cSld name="SECTION_HEADER_2_3">
    <p:bg>
      <p:bgPr>
        <a:gradFill>
          <a:gsLst>
            <a:gs pos="0">
              <a:schemeClr val="accent1"/>
            </a:gs>
            <a:gs pos="100000">
              <a:schemeClr val="accent3"/>
            </a:gs>
          </a:gsLst>
          <a:lin ang="5400012" scaled="0"/>
        </a:gradFill>
      </p:bgPr>
    </p:bg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4" name="Google Shape;134;p39" title="perspective_lightgreen.png"/>
          <p:cNvPicPr preferRelativeResize="0"/>
          <p:nvPr/>
        </p:nvPicPr>
        <p:blipFill rotWithShape="1">
          <a:blip r:embed="rId2">
            <a:alphaModFix amt="40000"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39"/>
          <p:cNvSpPr txBox="1"/>
          <p:nvPr>
            <p:ph type="title"/>
          </p:nvPr>
        </p:nvSpPr>
        <p:spPr>
          <a:xfrm>
            <a:off x="342900" y="333875"/>
            <a:ext cx="8458200" cy="88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6" name="Google Shape;136;p39"/>
          <p:cNvSpPr txBox="1"/>
          <p:nvPr>
            <p:ph idx="1" type="body"/>
          </p:nvPr>
        </p:nvSpPr>
        <p:spPr>
          <a:xfrm>
            <a:off x="342900" y="2127625"/>
            <a:ext cx="3751800" cy="232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37" name="Google Shape;137;p39"/>
          <p:cNvSpPr txBox="1"/>
          <p:nvPr>
            <p:ph idx="2" type="subTitle"/>
          </p:nvPr>
        </p:nvSpPr>
        <p:spPr>
          <a:xfrm>
            <a:off x="342900" y="1670050"/>
            <a:ext cx="3751800" cy="35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38" name="Google Shape;138;p39"/>
          <p:cNvSpPr txBox="1"/>
          <p:nvPr>
            <p:ph idx="3" type="subTitle"/>
          </p:nvPr>
        </p:nvSpPr>
        <p:spPr>
          <a:xfrm>
            <a:off x="5145600" y="1670050"/>
            <a:ext cx="3655500" cy="35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39" name="Google Shape;139;p39"/>
          <p:cNvSpPr txBox="1"/>
          <p:nvPr>
            <p:ph idx="4" type="body"/>
          </p:nvPr>
        </p:nvSpPr>
        <p:spPr>
          <a:xfrm>
            <a:off x="5049400" y="2127625"/>
            <a:ext cx="3751800" cy="232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- yellowgrid2">
  <p:cSld name="SECTION_HEADER_2_2">
    <p:bg>
      <p:bgPr>
        <a:gradFill>
          <a:gsLst>
            <a:gs pos="0">
              <a:schemeClr val="accent1"/>
            </a:gs>
            <a:gs pos="100000">
              <a:schemeClr val="accent3"/>
            </a:gs>
          </a:gsLst>
          <a:lin ang="5400012" scaled="0"/>
        </a:gradFill>
      </p:bgPr>
    </p:bg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1" name="Google Shape;141;p40" title="perspective_lightgreen 2.png"/>
          <p:cNvPicPr preferRelativeResize="0"/>
          <p:nvPr/>
        </p:nvPicPr>
        <p:blipFill rotWithShape="1">
          <a:blip r:embed="rId2">
            <a:alphaModFix amt="40000"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40"/>
          <p:cNvSpPr txBox="1"/>
          <p:nvPr>
            <p:ph type="title"/>
          </p:nvPr>
        </p:nvSpPr>
        <p:spPr>
          <a:xfrm>
            <a:off x="342900" y="2057400"/>
            <a:ext cx="84582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Syne Medium"/>
              <a:buNone/>
              <a:defRPr sz="3600">
                <a:latin typeface="Syne Medium"/>
                <a:ea typeface="Syne Medium"/>
                <a:cs typeface="Syne Medium"/>
                <a:sym typeface="Syne Medium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- yellowdots">
  <p:cSld name="SECTION_HEADER_2_1">
    <p:bg>
      <p:bgPr>
        <a:gradFill>
          <a:gsLst>
            <a:gs pos="0">
              <a:schemeClr val="accent1"/>
            </a:gs>
            <a:gs pos="100000">
              <a:schemeClr val="accent3"/>
            </a:gs>
          </a:gsLst>
          <a:lin ang="5400012" scaled="0"/>
        </a:gra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4" name="Google Shape;144;p41" title="dots_dark.png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41"/>
          <p:cNvSpPr txBox="1"/>
          <p:nvPr>
            <p:ph type="title"/>
          </p:nvPr>
        </p:nvSpPr>
        <p:spPr>
          <a:xfrm>
            <a:off x="342900" y="2057400"/>
            <a:ext cx="84582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Syne Medium"/>
              <a:buNone/>
              <a:defRPr sz="3600">
                <a:latin typeface="Syne Medium"/>
                <a:ea typeface="Syne Medium"/>
                <a:cs typeface="Syne Medium"/>
                <a:sym typeface="Syne Medium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- yellow">
  <p:cSld name="SECTION_HEADER_2_1_1">
    <p:bg>
      <p:bgPr>
        <a:gradFill>
          <a:gsLst>
            <a:gs pos="0">
              <a:schemeClr val="accent1"/>
            </a:gs>
            <a:gs pos="100000">
              <a:schemeClr val="accent3"/>
            </a:gs>
          </a:gsLst>
          <a:lin ang="5400012" scaled="0"/>
        </a:gradFill>
      </p:bgPr>
    </p:bg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42"/>
          <p:cNvSpPr txBox="1"/>
          <p:nvPr>
            <p:ph type="title"/>
          </p:nvPr>
        </p:nvSpPr>
        <p:spPr>
          <a:xfrm>
            <a:off x="342900" y="2057400"/>
            <a:ext cx="84582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Syne Medium"/>
              <a:buNone/>
              <a:defRPr sz="3600">
                <a:latin typeface="Syne Medium"/>
                <a:ea typeface="Syne Medium"/>
                <a:cs typeface="Syne Medium"/>
                <a:sym typeface="Syne Medium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- full picture statue">
  <p:cSld name="SECTION_HEADER_2_1_1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43"/>
          <p:cNvSpPr txBox="1"/>
          <p:nvPr>
            <p:ph type="title"/>
          </p:nvPr>
        </p:nvSpPr>
        <p:spPr>
          <a:xfrm>
            <a:off x="342900" y="2057400"/>
            <a:ext cx="84582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Syne Medium"/>
              <a:buNone/>
              <a:defRPr sz="3600">
                <a:solidFill>
                  <a:schemeClr val="lt1"/>
                </a:solidFill>
                <a:latin typeface="Syne Medium"/>
                <a:ea typeface="Syne Medium"/>
                <a:cs typeface="Syne Medium"/>
                <a:sym typeface="Syne Medium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pic>
        <p:nvPicPr>
          <p:cNvPr id="150" name="Google Shape;150;p43" title="Logo sand RGB@2x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06759" y="142225"/>
            <a:ext cx="794348" cy="191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- full picture lens">
  <p:cSld name="SECTION_HEADER_2_1_1_1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44"/>
          <p:cNvSpPr txBox="1"/>
          <p:nvPr>
            <p:ph type="title"/>
          </p:nvPr>
        </p:nvSpPr>
        <p:spPr>
          <a:xfrm>
            <a:off x="342900" y="2057400"/>
            <a:ext cx="84894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Syne Medium"/>
              <a:buNone/>
              <a:defRPr sz="3600">
                <a:solidFill>
                  <a:schemeClr val="lt1"/>
                </a:solidFill>
                <a:latin typeface="Syne Medium"/>
                <a:ea typeface="Syne Medium"/>
                <a:cs typeface="Syne Medium"/>
                <a:sym typeface="Syne Medium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pic>
        <p:nvPicPr>
          <p:cNvPr id="153" name="Google Shape;153;p44" title="Logo sand RGB@2x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37959" y="142225"/>
            <a:ext cx="794348" cy="191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- full picture ceiling">
  <p:cSld name="SECTION_HEADER_2_1_1_1_1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45"/>
          <p:cNvSpPr txBox="1"/>
          <p:nvPr>
            <p:ph type="title"/>
          </p:nvPr>
        </p:nvSpPr>
        <p:spPr>
          <a:xfrm>
            <a:off x="342900" y="2057400"/>
            <a:ext cx="84582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Syne Medium"/>
              <a:buNone/>
              <a:defRPr sz="3600">
                <a:solidFill>
                  <a:schemeClr val="lt1"/>
                </a:solidFill>
                <a:latin typeface="Syne Medium"/>
                <a:ea typeface="Syne Medium"/>
                <a:cs typeface="Syne Medium"/>
                <a:sym typeface="Syne Medium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yellow">
  <p:cSld name="TITLE_AND_BODY_2">
    <p:bg>
      <p:bgPr>
        <a:gradFill>
          <a:gsLst>
            <a:gs pos="0">
              <a:schemeClr val="accent1"/>
            </a:gs>
            <a:gs pos="100000">
              <a:schemeClr val="accent3"/>
            </a:gs>
          </a:gsLst>
          <a:lin ang="5400012" scaled="0"/>
        </a:gradFill>
      </p:bgPr>
    </p:bg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46"/>
          <p:cNvSpPr txBox="1"/>
          <p:nvPr>
            <p:ph type="title"/>
          </p:nvPr>
        </p:nvSpPr>
        <p:spPr>
          <a:xfrm>
            <a:off x="342900" y="333875"/>
            <a:ext cx="8458200" cy="88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8" name="Google Shape;158;p46"/>
          <p:cNvSpPr txBox="1"/>
          <p:nvPr>
            <p:ph idx="1" type="body"/>
          </p:nvPr>
        </p:nvSpPr>
        <p:spPr>
          <a:xfrm>
            <a:off x="342900" y="1152475"/>
            <a:ext cx="8458200" cy="361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- mask picture">
  <p:cSld name="TITLE_AND_BODY_2_1">
    <p:bg>
      <p:bgPr>
        <a:gradFill>
          <a:gsLst>
            <a:gs pos="0">
              <a:schemeClr val="accent1"/>
            </a:gs>
            <a:gs pos="100000">
              <a:schemeClr val="accent3"/>
            </a:gs>
          </a:gsLst>
          <a:lin ang="5400012" scaled="0"/>
        </a:gradFill>
      </p:bgPr>
    </p:bg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0" name="Google Shape;160;p47" title="Mask@0.5x.jpg"/>
          <p:cNvPicPr preferRelativeResize="0"/>
          <p:nvPr/>
        </p:nvPicPr>
        <p:blipFill rotWithShape="1">
          <a:blip r:embed="rId2">
            <a:alphaModFix/>
          </a:blip>
          <a:srcRect b="0" l="8641" r="25546" t="0"/>
          <a:stretch/>
        </p:blipFill>
        <p:spPr>
          <a:xfrm>
            <a:off x="0" y="-43325"/>
            <a:ext cx="9144003" cy="5230175"/>
          </a:xfrm>
          <a:prstGeom prst="rect">
            <a:avLst/>
          </a:prstGeom>
          <a:noFill/>
          <a:ln>
            <a:noFill/>
          </a:ln>
        </p:spPr>
      </p:pic>
      <p:sp>
        <p:nvSpPr>
          <p:cNvPr id="161" name="Google Shape;161;p47"/>
          <p:cNvSpPr txBox="1"/>
          <p:nvPr>
            <p:ph type="title"/>
          </p:nvPr>
        </p:nvSpPr>
        <p:spPr>
          <a:xfrm>
            <a:off x="342900" y="333875"/>
            <a:ext cx="7636500" cy="88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>
                <a:solidFill>
                  <a:schemeClr val="l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>
                <a:solidFill>
                  <a:schemeClr val="lt2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>
                <a:solidFill>
                  <a:schemeClr val="lt2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>
                <a:solidFill>
                  <a:schemeClr val="lt2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>
                <a:solidFill>
                  <a:schemeClr val="lt2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>
                <a:solidFill>
                  <a:schemeClr val="lt2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>
                <a:solidFill>
                  <a:schemeClr val="lt2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>
                <a:solidFill>
                  <a:schemeClr val="lt2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62" name="Google Shape;162;p47"/>
          <p:cNvSpPr txBox="1"/>
          <p:nvPr>
            <p:ph idx="1" type="body"/>
          </p:nvPr>
        </p:nvSpPr>
        <p:spPr>
          <a:xfrm>
            <a:off x="342900" y="1152475"/>
            <a:ext cx="5737500" cy="361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Char char="●"/>
              <a:defRPr>
                <a:solidFill>
                  <a:schemeClr val="lt2"/>
                </a:solidFill>
              </a:defRPr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>
                <a:solidFill>
                  <a:schemeClr val="lt2"/>
                </a:solidFill>
              </a:defRPr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>
                <a:solidFill>
                  <a:schemeClr val="lt2"/>
                </a:solidFill>
              </a:defRPr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9pPr>
          </a:lstStyle>
          <a:p/>
        </p:txBody>
      </p:sp>
      <p:pic>
        <p:nvPicPr>
          <p:cNvPr id="163" name="Google Shape;163;p47" title="Logo sand RGB@2x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06759" y="142225"/>
            <a:ext cx="794348" cy="191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- statue picture">
  <p:cSld name="TITLE_AND_BODY_2_1_2">
    <p:bg>
      <p:bgPr>
        <a:gradFill>
          <a:gsLst>
            <a:gs pos="0">
              <a:schemeClr val="accent1"/>
            </a:gs>
            <a:gs pos="100000">
              <a:schemeClr val="accent3"/>
            </a:gs>
          </a:gsLst>
          <a:lin ang="5400012" scaled="0"/>
        </a:gradFill>
      </p:bgPr>
    </p:bg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5" name="Google Shape;165;p48" title="Statue woman@0.5x.jpg"/>
          <p:cNvPicPr preferRelativeResize="0"/>
          <p:nvPr/>
        </p:nvPicPr>
        <p:blipFill rotWithShape="1">
          <a:blip r:embed="rId2">
            <a:alphaModFix/>
          </a:blip>
          <a:srcRect b="0" l="11932" r="22252" t="0"/>
          <a:stretch/>
        </p:blipFill>
        <p:spPr>
          <a:xfrm>
            <a:off x="0" y="-43325"/>
            <a:ext cx="9144003" cy="5230175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48"/>
          <p:cNvSpPr txBox="1"/>
          <p:nvPr>
            <p:ph type="title"/>
          </p:nvPr>
        </p:nvSpPr>
        <p:spPr>
          <a:xfrm>
            <a:off x="92400" y="333875"/>
            <a:ext cx="7377000" cy="88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>
                <a:solidFill>
                  <a:schemeClr val="l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>
                <a:solidFill>
                  <a:schemeClr val="lt2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>
                <a:solidFill>
                  <a:schemeClr val="lt2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>
                <a:solidFill>
                  <a:schemeClr val="lt2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>
                <a:solidFill>
                  <a:schemeClr val="lt2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>
                <a:solidFill>
                  <a:schemeClr val="lt2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>
                <a:solidFill>
                  <a:schemeClr val="lt2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>
                <a:solidFill>
                  <a:schemeClr val="lt2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67" name="Google Shape;167;p48"/>
          <p:cNvSpPr txBox="1"/>
          <p:nvPr>
            <p:ph idx="1" type="body"/>
          </p:nvPr>
        </p:nvSpPr>
        <p:spPr>
          <a:xfrm>
            <a:off x="92400" y="1152475"/>
            <a:ext cx="5988000" cy="361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Char char="●"/>
              <a:defRPr>
                <a:solidFill>
                  <a:schemeClr val="lt2"/>
                </a:solidFill>
              </a:defRPr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>
                <a:solidFill>
                  <a:schemeClr val="lt2"/>
                </a:solidFill>
              </a:defRPr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>
                <a:solidFill>
                  <a:schemeClr val="lt2"/>
                </a:solidFill>
              </a:defRPr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9pPr>
          </a:lstStyle>
          <a:p/>
        </p:txBody>
      </p:sp>
      <p:pic>
        <p:nvPicPr>
          <p:cNvPr id="168" name="Google Shape;168;p48" title="Logo sand RGB@2x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06759" y="142225"/>
            <a:ext cx="794348" cy="191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- lens picture">
  <p:cSld name="TITLE_AND_BODY_2_1_2_1">
    <p:bg>
      <p:bgPr>
        <a:gradFill>
          <a:gsLst>
            <a:gs pos="0">
              <a:schemeClr val="accent1"/>
            </a:gs>
            <a:gs pos="100000">
              <a:schemeClr val="accent3"/>
            </a:gs>
          </a:gsLst>
          <a:lin ang="5400012" scaled="0"/>
        </a:gradFill>
      </p:bgPr>
    </p:bg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0" name="Google Shape;170;p49" title="Telescope@0.5x.jpg"/>
          <p:cNvPicPr preferRelativeResize="0"/>
          <p:nvPr/>
        </p:nvPicPr>
        <p:blipFill rotWithShape="1">
          <a:blip r:embed="rId2">
            <a:alphaModFix/>
          </a:blip>
          <a:srcRect b="0" l="12479" r="21699" t="0"/>
          <a:stretch/>
        </p:blipFill>
        <p:spPr>
          <a:xfrm>
            <a:off x="0" y="-43325"/>
            <a:ext cx="9144003" cy="5230175"/>
          </a:xfrm>
          <a:prstGeom prst="rect">
            <a:avLst/>
          </a:prstGeom>
          <a:noFill/>
          <a:ln>
            <a:noFill/>
          </a:ln>
        </p:spPr>
      </p:pic>
      <p:sp>
        <p:nvSpPr>
          <p:cNvPr id="171" name="Google Shape;171;p49"/>
          <p:cNvSpPr txBox="1"/>
          <p:nvPr>
            <p:ph type="title"/>
          </p:nvPr>
        </p:nvSpPr>
        <p:spPr>
          <a:xfrm>
            <a:off x="342900" y="333875"/>
            <a:ext cx="7101300" cy="88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>
                <a:solidFill>
                  <a:schemeClr val="l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>
                <a:solidFill>
                  <a:schemeClr val="lt2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>
                <a:solidFill>
                  <a:schemeClr val="lt2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>
                <a:solidFill>
                  <a:schemeClr val="lt2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>
                <a:solidFill>
                  <a:schemeClr val="lt2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>
                <a:solidFill>
                  <a:schemeClr val="lt2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>
                <a:solidFill>
                  <a:schemeClr val="lt2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>
                <a:solidFill>
                  <a:schemeClr val="lt2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72" name="Google Shape;172;p49"/>
          <p:cNvSpPr txBox="1"/>
          <p:nvPr>
            <p:ph idx="1" type="body"/>
          </p:nvPr>
        </p:nvSpPr>
        <p:spPr>
          <a:xfrm>
            <a:off x="342900" y="1152475"/>
            <a:ext cx="5737500" cy="361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Char char="●"/>
              <a:defRPr>
                <a:solidFill>
                  <a:schemeClr val="lt2"/>
                </a:solidFill>
              </a:defRPr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>
                <a:solidFill>
                  <a:schemeClr val="lt2"/>
                </a:solidFill>
              </a:defRPr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>
                <a:solidFill>
                  <a:schemeClr val="lt2"/>
                </a:solidFill>
              </a:defRPr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9pPr>
          </a:lstStyle>
          <a:p/>
        </p:txBody>
      </p:sp>
      <p:pic>
        <p:nvPicPr>
          <p:cNvPr id="173" name="Google Shape;173;p49" title="Logo sand RGB@2x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06759" y="142225"/>
            <a:ext cx="794348" cy="191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- hand picture">
  <p:cSld name="TITLE_AND_BODY_2_1_1">
    <p:bg>
      <p:bgPr>
        <a:gradFill>
          <a:gsLst>
            <a:gs pos="0">
              <a:schemeClr val="accent1"/>
            </a:gs>
            <a:gs pos="100000">
              <a:schemeClr val="accent3"/>
            </a:gs>
          </a:gsLst>
          <a:lin ang="5400012" scaled="0"/>
        </a:gradFill>
      </p:bgPr>
    </p:bg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5" name="Google Shape;175;p50" title="Hand@0.5x.jpg"/>
          <p:cNvPicPr preferRelativeResize="0"/>
          <p:nvPr/>
        </p:nvPicPr>
        <p:blipFill rotWithShape="1">
          <a:blip r:embed="rId2">
            <a:alphaModFix/>
          </a:blip>
          <a:srcRect b="0" l="8732" r="25450" t="0"/>
          <a:stretch/>
        </p:blipFill>
        <p:spPr>
          <a:xfrm>
            <a:off x="0" y="-43325"/>
            <a:ext cx="9144003" cy="5230175"/>
          </a:xfrm>
          <a:prstGeom prst="rect">
            <a:avLst/>
          </a:prstGeom>
          <a:noFill/>
          <a:ln>
            <a:noFill/>
          </a:ln>
        </p:spPr>
      </p:pic>
      <p:sp>
        <p:nvSpPr>
          <p:cNvPr id="176" name="Google Shape;176;p50"/>
          <p:cNvSpPr txBox="1"/>
          <p:nvPr>
            <p:ph type="title"/>
          </p:nvPr>
        </p:nvSpPr>
        <p:spPr>
          <a:xfrm>
            <a:off x="342900" y="333875"/>
            <a:ext cx="7356600" cy="88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>
                <a:solidFill>
                  <a:schemeClr val="lt2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>
                <a:solidFill>
                  <a:schemeClr val="lt2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>
                <a:solidFill>
                  <a:schemeClr val="lt2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>
                <a:solidFill>
                  <a:schemeClr val="lt2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>
                <a:solidFill>
                  <a:schemeClr val="lt2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>
                <a:solidFill>
                  <a:schemeClr val="lt2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>
                <a:solidFill>
                  <a:schemeClr val="lt2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77" name="Google Shape;177;p50"/>
          <p:cNvSpPr txBox="1"/>
          <p:nvPr>
            <p:ph idx="1" type="body"/>
          </p:nvPr>
        </p:nvSpPr>
        <p:spPr>
          <a:xfrm>
            <a:off x="342900" y="1152475"/>
            <a:ext cx="5737500" cy="361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pic>
        <p:nvPicPr>
          <p:cNvPr id="178" name="Google Shape;178;p50" title="Logo RGB@2x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06748" y="146775"/>
            <a:ext cx="794348" cy="191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- sphere picture">
  <p:cSld name="TITLE_AND_BODY_2_1_1_1">
    <p:bg>
      <p:bgPr>
        <a:gradFill>
          <a:gsLst>
            <a:gs pos="0">
              <a:schemeClr val="accent1"/>
            </a:gs>
            <a:gs pos="100000">
              <a:schemeClr val="accent3"/>
            </a:gs>
          </a:gsLst>
          <a:lin ang="5400012" scaled="0"/>
        </a:gradFill>
      </p:bgPr>
    </p:bg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0" name="Google Shape;180;p51" title="Armillary sphere@0.5x.jpg"/>
          <p:cNvPicPr preferRelativeResize="0"/>
          <p:nvPr/>
        </p:nvPicPr>
        <p:blipFill rotWithShape="1">
          <a:blip r:embed="rId2">
            <a:alphaModFix/>
          </a:blip>
          <a:srcRect b="0" l="11103" r="23075" t="0"/>
          <a:stretch/>
        </p:blipFill>
        <p:spPr>
          <a:xfrm>
            <a:off x="0" y="-43325"/>
            <a:ext cx="9143997" cy="5230175"/>
          </a:xfrm>
          <a:prstGeom prst="rect">
            <a:avLst/>
          </a:prstGeom>
          <a:noFill/>
          <a:ln>
            <a:noFill/>
          </a:ln>
        </p:spPr>
      </p:pic>
      <p:sp>
        <p:nvSpPr>
          <p:cNvPr id="181" name="Google Shape;181;p51"/>
          <p:cNvSpPr txBox="1"/>
          <p:nvPr>
            <p:ph type="title"/>
          </p:nvPr>
        </p:nvSpPr>
        <p:spPr>
          <a:xfrm>
            <a:off x="342900" y="333875"/>
            <a:ext cx="7229400" cy="88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>
                <a:solidFill>
                  <a:schemeClr val="lt2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>
                <a:solidFill>
                  <a:schemeClr val="lt2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>
                <a:solidFill>
                  <a:schemeClr val="lt2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>
                <a:solidFill>
                  <a:schemeClr val="lt2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>
                <a:solidFill>
                  <a:schemeClr val="lt2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>
                <a:solidFill>
                  <a:schemeClr val="lt2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>
                <a:solidFill>
                  <a:schemeClr val="lt2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82" name="Google Shape;182;p51"/>
          <p:cNvSpPr txBox="1"/>
          <p:nvPr>
            <p:ph idx="1" type="body"/>
          </p:nvPr>
        </p:nvSpPr>
        <p:spPr>
          <a:xfrm>
            <a:off x="342900" y="1152475"/>
            <a:ext cx="5737500" cy="361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pic>
        <p:nvPicPr>
          <p:cNvPr id="183" name="Google Shape;183;p51" title="Logo RGB@2x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06748" y="146775"/>
            <a:ext cx="794348" cy="191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- bird picture">
  <p:cSld name="TITLE_AND_BODY_2_1_1_1_1">
    <p:bg>
      <p:bgPr>
        <a:gradFill>
          <a:gsLst>
            <a:gs pos="0">
              <a:schemeClr val="accent1"/>
            </a:gs>
            <a:gs pos="100000">
              <a:schemeClr val="accent3"/>
            </a:gs>
          </a:gsLst>
          <a:lin ang="5400012" scaled="0"/>
        </a:gradFill>
      </p:bgPr>
    </p:bg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5" name="Google Shape;185;p52" title="Bird@0.5x.jpg"/>
          <p:cNvPicPr preferRelativeResize="0"/>
          <p:nvPr/>
        </p:nvPicPr>
        <p:blipFill rotWithShape="1">
          <a:blip r:embed="rId2">
            <a:alphaModFix/>
          </a:blip>
          <a:srcRect b="0" l="11563" r="22620" t="0"/>
          <a:stretch/>
        </p:blipFill>
        <p:spPr>
          <a:xfrm>
            <a:off x="0" y="-43325"/>
            <a:ext cx="9144003" cy="5230175"/>
          </a:xfrm>
          <a:prstGeom prst="rect">
            <a:avLst/>
          </a:prstGeom>
          <a:noFill/>
          <a:ln>
            <a:noFill/>
          </a:ln>
        </p:spPr>
      </p:pic>
      <p:sp>
        <p:nvSpPr>
          <p:cNvPr id="186" name="Google Shape;186;p52"/>
          <p:cNvSpPr txBox="1"/>
          <p:nvPr>
            <p:ph type="title"/>
          </p:nvPr>
        </p:nvSpPr>
        <p:spPr>
          <a:xfrm>
            <a:off x="342900" y="333875"/>
            <a:ext cx="5553000" cy="88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>
                <a:solidFill>
                  <a:schemeClr val="lt2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>
                <a:solidFill>
                  <a:schemeClr val="lt2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>
                <a:solidFill>
                  <a:schemeClr val="lt2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>
                <a:solidFill>
                  <a:schemeClr val="lt2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>
                <a:solidFill>
                  <a:schemeClr val="lt2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>
                <a:solidFill>
                  <a:schemeClr val="lt2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>
                <a:solidFill>
                  <a:schemeClr val="lt2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87" name="Google Shape;187;p52"/>
          <p:cNvSpPr txBox="1"/>
          <p:nvPr>
            <p:ph idx="1" type="body"/>
          </p:nvPr>
        </p:nvSpPr>
        <p:spPr>
          <a:xfrm>
            <a:off x="342900" y="1152475"/>
            <a:ext cx="5737500" cy="361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pic>
        <p:nvPicPr>
          <p:cNvPr id="188" name="Google Shape;188;p52" title="Logo RGB@2x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06748" y="146775"/>
            <a:ext cx="794348" cy="191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sandgrid1">
  <p:cSld name="MAIN_POINT"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0" name="Google Shape;190;p53" title="perspective_lightgreen.png"/>
          <p:cNvPicPr preferRelativeResize="0"/>
          <p:nvPr/>
        </p:nvPicPr>
        <p:blipFill rotWithShape="1">
          <a:blip r:embed="rId2">
            <a:alphaModFix amt="40000"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91" name="Google Shape;191;p53"/>
          <p:cNvSpPr txBox="1"/>
          <p:nvPr>
            <p:ph type="title"/>
          </p:nvPr>
        </p:nvSpPr>
        <p:spPr>
          <a:xfrm>
            <a:off x="342900" y="464825"/>
            <a:ext cx="8458200" cy="430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SzPts val="6000"/>
              <a:buFont typeface="Syne ExtraBold"/>
              <a:buNone/>
              <a:defRPr sz="6000">
                <a:latin typeface="Syne ExtraBold"/>
                <a:ea typeface="Syne ExtraBold"/>
                <a:cs typeface="Syne ExtraBold"/>
                <a:sym typeface="Syne ExtraBold"/>
              </a:defRPr>
            </a:lvl1pPr>
            <a:lvl2pPr lvl="1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SzPts val="6000"/>
              <a:buFont typeface="Syne ExtraBold"/>
              <a:buNone/>
              <a:defRPr sz="6000">
                <a:latin typeface="Syne ExtraBold"/>
                <a:ea typeface="Syne ExtraBold"/>
                <a:cs typeface="Syne ExtraBold"/>
                <a:sym typeface="Syne ExtraBold"/>
              </a:defRPr>
            </a:lvl2pPr>
            <a:lvl3pPr lvl="2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SzPts val="6000"/>
              <a:buFont typeface="Syne ExtraBold"/>
              <a:buNone/>
              <a:defRPr sz="6000">
                <a:latin typeface="Syne ExtraBold"/>
                <a:ea typeface="Syne ExtraBold"/>
                <a:cs typeface="Syne ExtraBold"/>
                <a:sym typeface="Syne ExtraBold"/>
              </a:defRPr>
            </a:lvl3pPr>
            <a:lvl4pPr lvl="3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SzPts val="6000"/>
              <a:buFont typeface="Syne ExtraBold"/>
              <a:buNone/>
              <a:defRPr sz="6000">
                <a:latin typeface="Syne ExtraBold"/>
                <a:ea typeface="Syne ExtraBold"/>
                <a:cs typeface="Syne ExtraBold"/>
                <a:sym typeface="Syne ExtraBold"/>
              </a:defRPr>
            </a:lvl4pPr>
            <a:lvl5pPr lvl="4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SzPts val="6000"/>
              <a:buFont typeface="Syne ExtraBold"/>
              <a:buNone/>
              <a:defRPr sz="6000">
                <a:latin typeface="Syne ExtraBold"/>
                <a:ea typeface="Syne ExtraBold"/>
                <a:cs typeface="Syne ExtraBold"/>
                <a:sym typeface="Syne ExtraBold"/>
              </a:defRPr>
            </a:lvl5pPr>
            <a:lvl6pPr lvl="5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SzPts val="6000"/>
              <a:buFont typeface="Syne ExtraBold"/>
              <a:buNone/>
              <a:defRPr sz="6000">
                <a:latin typeface="Syne ExtraBold"/>
                <a:ea typeface="Syne ExtraBold"/>
                <a:cs typeface="Syne ExtraBold"/>
                <a:sym typeface="Syne ExtraBold"/>
              </a:defRPr>
            </a:lvl6pPr>
            <a:lvl7pPr lvl="6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SzPts val="6000"/>
              <a:buFont typeface="Syne ExtraBold"/>
              <a:buNone/>
              <a:defRPr sz="6000">
                <a:latin typeface="Syne ExtraBold"/>
                <a:ea typeface="Syne ExtraBold"/>
                <a:cs typeface="Syne ExtraBold"/>
                <a:sym typeface="Syne ExtraBold"/>
              </a:defRPr>
            </a:lvl7pPr>
            <a:lvl8pPr lvl="7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SzPts val="6000"/>
              <a:buFont typeface="Syne ExtraBold"/>
              <a:buNone/>
              <a:defRPr sz="6000">
                <a:latin typeface="Syne ExtraBold"/>
                <a:ea typeface="Syne ExtraBold"/>
                <a:cs typeface="Syne ExtraBold"/>
                <a:sym typeface="Syne ExtraBold"/>
              </a:defRPr>
            </a:lvl8pPr>
            <a:lvl9pPr lvl="8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SzPts val="6000"/>
              <a:buFont typeface="Syne ExtraBold"/>
              <a:buNone/>
              <a:defRPr sz="6000">
                <a:latin typeface="Syne ExtraBold"/>
                <a:ea typeface="Syne ExtraBold"/>
                <a:cs typeface="Syne ExtraBold"/>
                <a:sym typeface="Syne Extra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sandgrid2">
  <p:cSld name="MAIN_POINT_1"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3" name="Google Shape;193;p54" title="perspective_lightgreen 2.png"/>
          <p:cNvPicPr preferRelativeResize="0"/>
          <p:nvPr/>
        </p:nvPicPr>
        <p:blipFill rotWithShape="1">
          <a:blip r:embed="rId2">
            <a:alphaModFix amt="40000"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94" name="Google Shape;194;p54"/>
          <p:cNvSpPr txBox="1"/>
          <p:nvPr>
            <p:ph type="title"/>
          </p:nvPr>
        </p:nvSpPr>
        <p:spPr>
          <a:xfrm>
            <a:off x="342900" y="464825"/>
            <a:ext cx="8458200" cy="430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SzPts val="6000"/>
              <a:buFont typeface="Syne ExtraBold"/>
              <a:buNone/>
              <a:defRPr sz="6000">
                <a:latin typeface="Syne ExtraBold"/>
                <a:ea typeface="Syne ExtraBold"/>
                <a:cs typeface="Syne ExtraBold"/>
                <a:sym typeface="Syne ExtraBold"/>
              </a:defRPr>
            </a:lvl1pPr>
            <a:lvl2pPr lvl="1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SzPts val="6000"/>
              <a:buFont typeface="Syne ExtraBold"/>
              <a:buNone/>
              <a:defRPr sz="6000">
                <a:latin typeface="Syne ExtraBold"/>
                <a:ea typeface="Syne ExtraBold"/>
                <a:cs typeface="Syne ExtraBold"/>
                <a:sym typeface="Syne ExtraBold"/>
              </a:defRPr>
            </a:lvl2pPr>
            <a:lvl3pPr lvl="2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SzPts val="6000"/>
              <a:buFont typeface="Syne ExtraBold"/>
              <a:buNone/>
              <a:defRPr sz="6000">
                <a:latin typeface="Syne ExtraBold"/>
                <a:ea typeface="Syne ExtraBold"/>
                <a:cs typeface="Syne ExtraBold"/>
                <a:sym typeface="Syne ExtraBold"/>
              </a:defRPr>
            </a:lvl3pPr>
            <a:lvl4pPr lvl="3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SzPts val="6000"/>
              <a:buFont typeface="Syne ExtraBold"/>
              <a:buNone/>
              <a:defRPr sz="6000">
                <a:latin typeface="Syne ExtraBold"/>
                <a:ea typeface="Syne ExtraBold"/>
                <a:cs typeface="Syne ExtraBold"/>
                <a:sym typeface="Syne ExtraBold"/>
              </a:defRPr>
            </a:lvl4pPr>
            <a:lvl5pPr lvl="4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SzPts val="6000"/>
              <a:buFont typeface="Syne ExtraBold"/>
              <a:buNone/>
              <a:defRPr sz="6000">
                <a:latin typeface="Syne ExtraBold"/>
                <a:ea typeface="Syne ExtraBold"/>
                <a:cs typeface="Syne ExtraBold"/>
                <a:sym typeface="Syne ExtraBold"/>
              </a:defRPr>
            </a:lvl5pPr>
            <a:lvl6pPr lvl="5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SzPts val="6000"/>
              <a:buFont typeface="Syne ExtraBold"/>
              <a:buNone/>
              <a:defRPr sz="6000">
                <a:latin typeface="Syne ExtraBold"/>
                <a:ea typeface="Syne ExtraBold"/>
                <a:cs typeface="Syne ExtraBold"/>
                <a:sym typeface="Syne ExtraBold"/>
              </a:defRPr>
            </a:lvl6pPr>
            <a:lvl7pPr lvl="6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SzPts val="6000"/>
              <a:buFont typeface="Syne ExtraBold"/>
              <a:buNone/>
              <a:defRPr sz="6000">
                <a:latin typeface="Syne ExtraBold"/>
                <a:ea typeface="Syne ExtraBold"/>
                <a:cs typeface="Syne ExtraBold"/>
                <a:sym typeface="Syne ExtraBold"/>
              </a:defRPr>
            </a:lvl7pPr>
            <a:lvl8pPr lvl="7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SzPts val="6000"/>
              <a:buFont typeface="Syne ExtraBold"/>
              <a:buNone/>
              <a:defRPr sz="6000">
                <a:latin typeface="Syne ExtraBold"/>
                <a:ea typeface="Syne ExtraBold"/>
                <a:cs typeface="Syne ExtraBold"/>
                <a:sym typeface="Syne ExtraBold"/>
              </a:defRPr>
            </a:lvl8pPr>
            <a:lvl9pPr lvl="8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SzPts val="6000"/>
              <a:buFont typeface="Syne ExtraBold"/>
              <a:buNone/>
              <a:defRPr sz="6000">
                <a:latin typeface="Syne ExtraBold"/>
                <a:ea typeface="Syne ExtraBold"/>
                <a:cs typeface="Syne ExtraBold"/>
                <a:sym typeface="Syne Extra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sanddots">
  <p:cSld name="MAIN_POINT_2"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6" name="Google Shape;196;p55" title="dots_lightgreen.png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3"/>
          </a:xfrm>
          <a:prstGeom prst="rect">
            <a:avLst/>
          </a:prstGeom>
          <a:noFill/>
          <a:ln>
            <a:noFill/>
          </a:ln>
        </p:spPr>
      </p:pic>
      <p:sp>
        <p:nvSpPr>
          <p:cNvPr id="197" name="Google Shape;197;p55"/>
          <p:cNvSpPr txBox="1"/>
          <p:nvPr>
            <p:ph type="title"/>
          </p:nvPr>
        </p:nvSpPr>
        <p:spPr>
          <a:xfrm>
            <a:off x="342900" y="464825"/>
            <a:ext cx="8458200" cy="430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SzPts val="6000"/>
              <a:buFont typeface="Syne ExtraBold"/>
              <a:buNone/>
              <a:defRPr sz="6000">
                <a:latin typeface="Syne ExtraBold"/>
                <a:ea typeface="Syne ExtraBold"/>
                <a:cs typeface="Syne ExtraBold"/>
                <a:sym typeface="Syne ExtraBold"/>
              </a:defRPr>
            </a:lvl1pPr>
            <a:lvl2pPr lvl="1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SzPts val="6000"/>
              <a:buFont typeface="Syne ExtraBold"/>
              <a:buNone/>
              <a:defRPr sz="6000">
                <a:latin typeface="Syne ExtraBold"/>
                <a:ea typeface="Syne ExtraBold"/>
                <a:cs typeface="Syne ExtraBold"/>
                <a:sym typeface="Syne ExtraBold"/>
              </a:defRPr>
            </a:lvl2pPr>
            <a:lvl3pPr lvl="2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SzPts val="6000"/>
              <a:buFont typeface="Syne ExtraBold"/>
              <a:buNone/>
              <a:defRPr sz="6000">
                <a:latin typeface="Syne ExtraBold"/>
                <a:ea typeface="Syne ExtraBold"/>
                <a:cs typeface="Syne ExtraBold"/>
                <a:sym typeface="Syne ExtraBold"/>
              </a:defRPr>
            </a:lvl3pPr>
            <a:lvl4pPr lvl="3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SzPts val="6000"/>
              <a:buFont typeface="Syne ExtraBold"/>
              <a:buNone/>
              <a:defRPr sz="6000">
                <a:latin typeface="Syne ExtraBold"/>
                <a:ea typeface="Syne ExtraBold"/>
                <a:cs typeface="Syne ExtraBold"/>
                <a:sym typeface="Syne ExtraBold"/>
              </a:defRPr>
            </a:lvl4pPr>
            <a:lvl5pPr lvl="4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SzPts val="6000"/>
              <a:buFont typeface="Syne ExtraBold"/>
              <a:buNone/>
              <a:defRPr sz="6000">
                <a:latin typeface="Syne ExtraBold"/>
                <a:ea typeface="Syne ExtraBold"/>
                <a:cs typeface="Syne ExtraBold"/>
                <a:sym typeface="Syne ExtraBold"/>
              </a:defRPr>
            </a:lvl5pPr>
            <a:lvl6pPr lvl="5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SzPts val="6000"/>
              <a:buFont typeface="Syne ExtraBold"/>
              <a:buNone/>
              <a:defRPr sz="6000">
                <a:latin typeface="Syne ExtraBold"/>
                <a:ea typeface="Syne ExtraBold"/>
                <a:cs typeface="Syne ExtraBold"/>
                <a:sym typeface="Syne ExtraBold"/>
              </a:defRPr>
            </a:lvl6pPr>
            <a:lvl7pPr lvl="6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SzPts val="6000"/>
              <a:buFont typeface="Syne ExtraBold"/>
              <a:buNone/>
              <a:defRPr sz="6000">
                <a:latin typeface="Syne ExtraBold"/>
                <a:ea typeface="Syne ExtraBold"/>
                <a:cs typeface="Syne ExtraBold"/>
                <a:sym typeface="Syne ExtraBold"/>
              </a:defRPr>
            </a:lvl7pPr>
            <a:lvl8pPr lvl="7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SzPts val="6000"/>
              <a:buFont typeface="Syne ExtraBold"/>
              <a:buNone/>
              <a:defRPr sz="6000">
                <a:latin typeface="Syne ExtraBold"/>
                <a:ea typeface="Syne ExtraBold"/>
                <a:cs typeface="Syne ExtraBold"/>
                <a:sym typeface="Syne ExtraBold"/>
              </a:defRPr>
            </a:lvl8pPr>
            <a:lvl9pPr lvl="8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SzPts val="6000"/>
              <a:buFont typeface="Syne ExtraBold"/>
              <a:buNone/>
              <a:defRPr sz="6000">
                <a:latin typeface="Syne ExtraBold"/>
                <a:ea typeface="Syne ExtraBold"/>
                <a:cs typeface="Syne ExtraBold"/>
                <a:sym typeface="Syne Extra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sand">
  <p:cSld name="MAIN_POINT_3"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56"/>
          <p:cNvSpPr txBox="1"/>
          <p:nvPr>
            <p:ph type="title"/>
          </p:nvPr>
        </p:nvSpPr>
        <p:spPr>
          <a:xfrm>
            <a:off x="342900" y="464825"/>
            <a:ext cx="8458200" cy="430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SzPts val="6000"/>
              <a:buFont typeface="Syne ExtraBold"/>
              <a:buNone/>
              <a:defRPr sz="6000">
                <a:latin typeface="Syne ExtraBold"/>
                <a:ea typeface="Syne ExtraBold"/>
                <a:cs typeface="Syne ExtraBold"/>
                <a:sym typeface="Syne ExtraBold"/>
              </a:defRPr>
            </a:lvl1pPr>
            <a:lvl2pPr lvl="1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SzPts val="6000"/>
              <a:buFont typeface="Syne ExtraBold"/>
              <a:buNone/>
              <a:defRPr sz="6000">
                <a:latin typeface="Syne ExtraBold"/>
                <a:ea typeface="Syne ExtraBold"/>
                <a:cs typeface="Syne ExtraBold"/>
                <a:sym typeface="Syne ExtraBold"/>
              </a:defRPr>
            </a:lvl2pPr>
            <a:lvl3pPr lvl="2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SzPts val="6000"/>
              <a:buFont typeface="Syne ExtraBold"/>
              <a:buNone/>
              <a:defRPr sz="6000">
                <a:latin typeface="Syne ExtraBold"/>
                <a:ea typeface="Syne ExtraBold"/>
                <a:cs typeface="Syne ExtraBold"/>
                <a:sym typeface="Syne ExtraBold"/>
              </a:defRPr>
            </a:lvl3pPr>
            <a:lvl4pPr lvl="3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SzPts val="6000"/>
              <a:buFont typeface="Syne ExtraBold"/>
              <a:buNone/>
              <a:defRPr sz="6000">
                <a:latin typeface="Syne ExtraBold"/>
                <a:ea typeface="Syne ExtraBold"/>
                <a:cs typeface="Syne ExtraBold"/>
                <a:sym typeface="Syne ExtraBold"/>
              </a:defRPr>
            </a:lvl4pPr>
            <a:lvl5pPr lvl="4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SzPts val="6000"/>
              <a:buFont typeface="Syne ExtraBold"/>
              <a:buNone/>
              <a:defRPr sz="6000">
                <a:latin typeface="Syne ExtraBold"/>
                <a:ea typeface="Syne ExtraBold"/>
                <a:cs typeface="Syne ExtraBold"/>
                <a:sym typeface="Syne ExtraBold"/>
              </a:defRPr>
            </a:lvl5pPr>
            <a:lvl6pPr lvl="5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SzPts val="6000"/>
              <a:buFont typeface="Syne ExtraBold"/>
              <a:buNone/>
              <a:defRPr sz="6000">
                <a:latin typeface="Syne ExtraBold"/>
                <a:ea typeface="Syne ExtraBold"/>
                <a:cs typeface="Syne ExtraBold"/>
                <a:sym typeface="Syne ExtraBold"/>
              </a:defRPr>
            </a:lvl6pPr>
            <a:lvl7pPr lvl="6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SzPts val="6000"/>
              <a:buFont typeface="Syne ExtraBold"/>
              <a:buNone/>
              <a:defRPr sz="6000">
                <a:latin typeface="Syne ExtraBold"/>
                <a:ea typeface="Syne ExtraBold"/>
                <a:cs typeface="Syne ExtraBold"/>
                <a:sym typeface="Syne ExtraBold"/>
              </a:defRPr>
            </a:lvl7pPr>
            <a:lvl8pPr lvl="7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SzPts val="6000"/>
              <a:buFont typeface="Syne ExtraBold"/>
              <a:buNone/>
              <a:defRPr sz="6000">
                <a:latin typeface="Syne ExtraBold"/>
                <a:ea typeface="Syne ExtraBold"/>
                <a:cs typeface="Syne ExtraBold"/>
                <a:sym typeface="Syne ExtraBold"/>
              </a:defRPr>
            </a:lvl8pPr>
            <a:lvl9pPr lvl="8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SzPts val="6000"/>
              <a:buFont typeface="Syne ExtraBold"/>
              <a:buNone/>
              <a:defRPr sz="6000">
                <a:latin typeface="Syne ExtraBold"/>
                <a:ea typeface="Syne ExtraBold"/>
                <a:cs typeface="Syne ExtraBold"/>
                <a:sym typeface="Syne Extra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greengrid1">
  <p:cSld name="MAIN_POINT_5">
    <p:bg>
      <p:bgPr>
        <a:gradFill>
          <a:gsLst>
            <a:gs pos="0">
              <a:schemeClr val="dk1"/>
            </a:gs>
            <a:gs pos="100000">
              <a:schemeClr val="dk2"/>
            </a:gs>
          </a:gsLst>
          <a:lin ang="5400012" scaled="0"/>
        </a:gradFill>
      </p:bgPr>
    </p:bg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1" name="Google Shape;201;p57" title="perspective_lightgreen.png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02" name="Google Shape;202;p57"/>
          <p:cNvSpPr txBox="1"/>
          <p:nvPr>
            <p:ph type="title"/>
          </p:nvPr>
        </p:nvSpPr>
        <p:spPr>
          <a:xfrm>
            <a:off x="342900" y="464825"/>
            <a:ext cx="8458200" cy="430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Font typeface="Syne ExtraBold"/>
              <a:buNone/>
              <a:defRPr sz="6000">
                <a:solidFill>
                  <a:schemeClr val="lt2"/>
                </a:solidFill>
                <a:latin typeface="Syne ExtraBold"/>
                <a:ea typeface="Syne ExtraBold"/>
                <a:cs typeface="Syne ExtraBold"/>
                <a:sym typeface="Syne ExtraBold"/>
              </a:defRPr>
            </a:lvl1pPr>
            <a:lvl2pPr lvl="1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SzPts val="6000"/>
              <a:buFont typeface="Syne ExtraBold"/>
              <a:buNone/>
              <a:defRPr sz="6000">
                <a:latin typeface="Syne ExtraBold"/>
                <a:ea typeface="Syne ExtraBold"/>
                <a:cs typeface="Syne ExtraBold"/>
                <a:sym typeface="Syne ExtraBold"/>
              </a:defRPr>
            </a:lvl2pPr>
            <a:lvl3pPr lvl="2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SzPts val="6000"/>
              <a:buFont typeface="Syne ExtraBold"/>
              <a:buNone/>
              <a:defRPr sz="6000">
                <a:latin typeface="Syne ExtraBold"/>
                <a:ea typeface="Syne ExtraBold"/>
                <a:cs typeface="Syne ExtraBold"/>
                <a:sym typeface="Syne ExtraBold"/>
              </a:defRPr>
            </a:lvl3pPr>
            <a:lvl4pPr lvl="3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SzPts val="6000"/>
              <a:buFont typeface="Syne ExtraBold"/>
              <a:buNone/>
              <a:defRPr sz="6000">
                <a:latin typeface="Syne ExtraBold"/>
                <a:ea typeface="Syne ExtraBold"/>
                <a:cs typeface="Syne ExtraBold"/>
                <a:sym typeface="Syne ExtraBold"/>
              </a:defRPr>
            </a:lvl4pPr>
            <a:lvl5pPr lvl="4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SzPts val="6000"/>
              <a:buFont typeface="Syne ExtraBold"/>
              <a:buNone/>
              <a:defRPr sz="6000">
                <a:latin typeface="Syne ExtraBold"/>
                <a:ea typeface="Syne ExtraBold"/>
                <a:cs typeface="Syne ExtraBold"/>
                <a:sym typeface="Syne ExtraBold"/>
              </a:defRPr>
            </a:lvl5pPr>
            <a:lvl6pPr lvl="5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SzPts val="6000"/>
              <a:buFont typeface="Syne ExtraBold"/>
              <a:buNone/>
              <a:defRPr sz="6000">
                <a:latin typeface="Syne ExtraBold"/>
                <a:ea typeface="Syne ExtraBold"/>
                <a:cs typeface="Syne ExtraBold"/>
                <a:sym typeface="Syne ExtraBold"/>
              </a:defRPr>
            </a:lvl6pPr>
            <a:lvl7pPr lvl="6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SzPts val="6000"/>
              <a:buFont typeface="Syne ExtraBold"/>
              <a:buNone/>
              <a:defRPr sz="6000">
                <a:latin typeface="Syne ExtraBold"/>
                <a:ea typeface="Syne ExtraBold"/>
                <a:cs typeface="Syne ExtraBold"/>
                <a:sym typeface="Syne ExtraBold"/>
              </a:defRPr>
            </a:lvl7pPr>
            <a:lvl8pPr lvl="7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SzPts val="6000"/>
              <a:buFont typeface="Syne ExtraBold"/>
              <a:buNone/>
              <a:defRPr sz="6000">
                <a:latin typeface="Syne ExtraBold"/>
                <a:ea typeface="Syne ExtraBold"/>
                <a:cs typeface="Syne ExtraBold"/>
                <a:sym typeface="Syne ExtraBold"/>
              </a:defRPr>
            </a:lvl8pPr>
            <a:lvl9pPr lvl="8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SzPts val="6000"/>
              <a:buFont typeface="Syne ExtraBold"/>
              <a:buNone/>
              <a:defRPr sz="6000">
                <a:latin typeface="Syne ExtraBold"/>
                <a:ea typeface="Syne ExtraBold"/>
                <a:cs typeface="Syne ExtraBold"/>
                <a:sym typeface="Syne ExtraBold"/>
              </a:defRPr>
            </a:lvl9pPr>
          </a:lstStyle>
          <a:p/>
        </p:txBody>
      </p:sp>
      <p:pic>
        <p:nvPicPr>
          <p:cNvPr id="203" name="Google Shape;203;p57" title="Logo sand RGB@2x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06747" y="142225"/>
            <a:ext cx="794348" cy="191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greengrid2">
  <p:cSld name="MAIN_POINT_1_2">
    <p:bg>
      <p:bgPr>
        <a:gradFill>
          <a:gsLst>
            <a:gs pos="0">
              <a:schemeClr val="dk1"/>
            </a:gs>
            <a:gs pos="100000">
              <a:schemeClr val="dk2"/>
            </a:gs>
          </a:gsLst>
          <a:lin ang="5400012" scaled="0"/>
        </a:gradFill>
      </p:bgPr>
    </p:bg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" name="Google Shape;205;p58" title="perspective_lightgreen 2.png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58"/>
          <p:cNvSpPr txBox="1"/>
          <p:nvPr>
            <p:ph type="title"/>
          </p:nvPr>
        </p:nvSpPr>
        <p:spPr>
          <a:xfrm>
            <a:off x="342900" y="464825"/>
            <a:ext cx="8458200" cy="430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Font typeface="Syne ExtraBold"/>
              <a:buNone/>
              <a:defRPr sz="6000">
                <a:solidFill>
                  <a:schemeClr val="lt2"/>
                </a:solidFill>
                <a:latin typeface="Syne ExtraBold"/>
                <a:ea typeface="Syne ExtraBold"/>
                <a:cs typeface="Syne ExtraBold"/>
                <a:sym typeface="Syne ExtraBold"/>
              </a:defRPr>
            </a:lvl1pPr>
            <a:lvl2pPr lvl="1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SzPts val="6000"/>
              <a:buFont typeface="Syne ExtraBold"/>
              <a:buNone/>
              <a:defRPr sz="6000">
                <a:latin typeface="Syne ExtraBold"/>
                <a:ea typeface="Syne ExtraBold"/>
                <a:cs typeface="Syne ExtraBold"/>
                <a:sym typeface="Syne ExtraBold"/>
              </a:defRPr>
            </a:lvl2pPr>
            <a:lvl3pPr lvl="2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SzPts val="6000"/>
              <a:buFont typeface="Syne ExtraBold"/>
              <a:buNone/>
              <a:defRPr sz="6000">
                <a:latin typeface="Syne ExtraBold"/>
                <a:ea typeface="Syne ExtraBold"/>
                <a:cs typeface="Syne ExtraBold"/>
                <a:sym typeface="Syne ExtraBold"/>
              </a:defRPr>
            </a:lvl3pPr>
            <a:lvl4pPr lvl="3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SzPts val="6000"/>
              <a:buFont typeface="Syne ExtraBold"/>
              <a:buNone/>
              <a:defRPr sz="6000">
                <a:latin typeface="Syne ExtraBold"/>
                <a:ea typeface="Syne ExtraBold"/>
                <a:cs typeface="Syne ExtraBold"/>
                <a:sym typeface="Syne ExtraBold"/>
              </a:defRPr>
            </a:lvl4pPr>
            <a:lvl5pPr lvl="4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SzPts val="6000"/>
              <a:buFont typeface="Syne ExtraBold"/>
              <a:buNone/>
              <a:defRPr sz="6000">
                <a:latin typeface="Syne ExtraBold"/>
                <a:ea typeface="Syne ExtraBold"/>
                <a:cs typeface="Syne ExtraBold"/>
                <a:sym typeface="Syne ExtraBold"/>
              </a:defRPr>
            </a:lvl5pPr>
            <a:lvl6pPr lvl="5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SzPts val="6000"/>
              <a:buFont typeface="Syne ExtraBold"/>
              <a:buNone/>
              <a:defRPr sz="6000">
                <a:latin typeface="Syne ExtraBold"/>
                <a:ea typeface="Syne ExtraBold"/>
                <a:cs typeface="Syne ExtraBold"/>
                <a:sym typeface="Syne ExtraBold"/>
              </a:defRPr>
            </a:lvl6pPr>
            <a:lvl7pPr lvl="6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SzPts val="6000"/>
              <a:buFont typeface="Syne ExtraBold"/>
              <a:buNone/>
              <a:defRPr sz="6000">
                <a:latin typeface="Syne ExtraBold"/>
                <a:ea typeface="Syne ExtraBold"/>
                <a:cs typeface="Syne ExtraBold"/>
                <a:sym typeface="Syne ExtraBold"/>
              </a:defRPr>
            </a:lvl7pPr>
            <a:lvl8pPr lvl="7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SzPts val="6000"/>
              <a:buFont typeface="Syne ExtraBold"/>
              <a:buNone/>
              <a:defRPr sz="6000">
                <a:latin typeface="Syne ExtraBold"/>
                <a:ea typeface="Syne ExtraBold"/>
                <a:cs typeface="Syne ExtraBold"/>
                <a:sym typeface="Syne ExtraBold"/>
              </a:defRPr>
            </a:lvl8pPr>
            <a:lvl9pPr lvl="8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SzPts val="6000"/>
              <a:buFont typeface="Syne ExtraBold"/>
              <a:buNone/>
              <a:defRPr sz="6000">
                <a:latin typeface="Syne ExtraBold"/>
                <a:ea typeface="Syne ExtraBold"/>
                <a:cs typeface="Syne ExtraBold"/>
                <a:sym typeface="Syne ExtraBold"/>
              </a:defRPr>
            </a:lvl9pPr>
          </a:lstStyle>
          <a:p/>
        </p:txBody>
      </p:sp>
      <p:pic>
        <p:nvPicPr>
          <p:cNvPr id="207" name="Google Shape;207;p58" title="Logo sand RGB@2x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06747" y="142225"/>
            <a:ext cx="794348" cy="191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greendots">
  <p:cSld name="MAIN_POINT_2_2">
    <p:bg>
      <p:bgPr>
        <a:gradFill>
          <a:gsLst>
            <a:gs pos="0">
              <a:schemeClr val="dk1"/>
            </a:gs>
            <a:gs pos="100000">
              <a:schemeClr val="dk2"/>
            </a:gs>
          </a:gsLst>
          <a:lin ang="5400012" scaled="0"/>
        </a:gradFill>
      </p:bgPr>
    </p:bg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" name="Google Shape;209;p59" title="dots_white.png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10" name="Google Shape;210;p59"/>
          <p:cNvSpPr txBox="1"/>
          <p:nvPr>
            <p:ph type="title"/>
          </p:nvPr>
        </p:nvSpPr>
        <p:spPr>
          <a:xfrm>
            <a:off x="342900" y="464825"/>
            <a:ext cx="8458200" cy="430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Font typeface="Syne ExtraBold"/>
              <a:buNone/>
              <a:defRPr sz="6000">
                <a:solidFill>
                  <a:schemeClr val="lt2"/>
                </a:solidFill>
                <a:latin typeface="Syne ExtraBold"/>
                <a:ea typeface="Syne ExtraBold"/>
                <a:cs typeface="Syne ExtraBold"/>
                <a:sym typeface="Syne ExtraBold"/>
              </a:defRPr>
            </a:lvl1pPr>
            <a:lvl2pPr lvl="1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SzPts val="6000"/>
              <a:buFont typeface="Syne ExtraBold"/>
              <a:buNone/>
              <a:defRPr sz="6000">
                <a:latin typeface="Syne ExtraBold"/>
                <a:ea typeface="Syne ExtraBold"/>
                <a:cs typeface="Syne ExtraBold"/>
                <a:sym typeface="Syne ExtraBold"/>
              </a:defRPr>
            </a:lvl2pPr>
            <a:lvl3pPr lvl="2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SzPts val="6000"/>
              <a:buFont typeface="Syne ExtraBold"/>
              <a:buNone/>
              <a:defRPr sz="6000">
                <a:latin typeface="Syne ExtraBold"/>
                <a:ea typeface="Syne ExtraBold"/>
                <a:cs typeface="Syne ExtraBold"/>
                <a:sym typeface="Syne ExtraBold"/>
              </a:defRPr>
            </a:lvl3pPr>
            <a:lvl4pPr lvl="3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SzPts val="6000"/>
              <a:buFont typeface="Syne ExtraBold"/>
              <a:buNone/>
              <a:defRPr sz="6000">
                <a:latin typeface="Syne ExtraBold"/>
                <a:ea typeface="Syne ExtraBold"/>
                <a:cs typeface="Syne ExtraBold"/>
                <a:sym typeface="Syne ExtraBold"/>
              </a:defRPr>
            </a:lvl4pPr>
            <a:lvl5pPr lvl="4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SzPts val="6000"/>
              <a:buFont typeface="Syne ExtraBold"/>
              <a:buNone/>
              <a:defRPr sz="6000">
                <a:latin typeface="Syne ExtraBold"/>
                <a:ea typeface="Syne ExtraBold"/>
                <a:cs typeface="Syne ExtraBold"/>
                <a:sym typeface="Syne ExtraBold"/>
              </a:defRPr>
            </a:lvl5pPr>
            <a:lvl6pPr lvl="5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SzPts val="6000"/>
              <a:buFont typeface="Syne ExtraBold"/>
              <a:buNone/>
              <a:defRPr sz="6000">
                <a:latin typeface="Syne ExtraBold"/>
                <a:ea typeface="Syne ExtraBold"/>
                <a:cs typeface="Syne ExtraBold"/>
                <a:sym typeface="Syne ExtraBold"/>
              </a:defRPr>
            </a:lvl6pPr>
            <a:lvl7pPr lvl="6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SzPts val="6000"/>
              <a:buFont typeface="Syne ExtraBold"/>
              <a:buNone/>
              <a:defRPr sz="6000">
                <a:latin typeface="Syne ExtraBold"/>
                <a:ea typeface="Syne ExtraBold"/>
                <a:cs typeface="Syne ExtraBold"/>
                <a:sym typeface="Syne ExtraBold"/>
              </a:defRPr>
            </a:lvl7pPr>
            <a:lvl8pPr lvl="7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SzPts val="6000"/>
              <a:buFont typeface="Syne ExtraBold"/>
              <a:buNone/>
              <a:defRPr sz="6000">
                <a:latin typeface="Syne ExtraBold"/>
                <a:ea typeface="Syne ExtraBold"/>
                <a:cs typeface="Syne ExtraBold"/>
                <a:sym typeface="Syne ExtraBold"/>
              </a:defRPr>
            </a:lvl8pPr>
            <a:lvl9pPr lvl="8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SzPts val="6000"/>
              <a:buFont typeface="Syne ExtraBold"/>
              <a:buNone/>
              <a:defRPr sz="6000">
                <a:latin typeface="Syne ExtraBold"/>
                <a:ea typeface="Syne ExtraBold"/>
                <a:cs typeface="Syne ExtraBold"/>
                <a:sym typeface="Syne ExtraBold"/>
              </a:defRPr>
            </a:lvl9pPr>
          </a:lstStyle>
          <a:p/>
        </p:txBody>
      </p:sp>
      <p:pic>
        <p:nvPicPr>
          <p:cNvPr id="211" name="Google Shape;211;p59" title="Logo sand RGB@2x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06747" y="142225"/>
            <a:ext cx="794348" cy="191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green">
  <p:cSld name="MAIN_POINT_3_2">
    <p:bg>
      <p:bgPr>
        <a:gradFill>
          <a:gsLst>
            <a:gs pos="0">
              <a:schemeClr val="dk1"/>
            </a:gs>
            <a:gs pos="100000">
              <a:schemeClr val="dk2"/>
            </a:gs>
          </a:gsLst>
          <a:lin ang="5400012" scaled="0"/>
        </a:gradFill>
      </p:bgPr>
    </p:bg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60"/>
          <p:cNvSpPr txBox="1"/>
          <p:nvPr>
            <p:ph type="title"/>
          </p:nvPr>
        </p:nvSpPr>
        <p:spPr>
          <a:xfrm>
            <a:off x="342900" y="464825"/>
            <a:ext cx="8458200" cy="430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Font typeface="Syne ExtraBold"/>
              <a:buNone/>
              <a:defRPr sz="6000">
                <a:solidFill>
                  <a:schemeClr val="lt2"/>
                </a:solidFill>
                <a:latin typeface="Syne ExtraBold"/>
                <a:ea typeface="Syne ExtraBold"/>
                <a:cs typeface="Syne ExtraBold"/>
                <a:sym typeface="Syne ExtraBold"/>
              </a:defRPr>
            </a:lvl1pPr>
            <a:lvl2pPr lvl="1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Font typeface="Syne ExtraBold"/>
              <a:buNone/>
              <a:defRPr sz="6000">
                <a:solidFill>
                  <a:schemeClr val="lt2"/>
                </a:solidFill>
                <a:latin typeface="Syne ExtraBold"/>
                <a:ea typeface="Syne ExtraBold"/>
                <a:cs typeface="Syne ExtraBold"/>
                <a:sym typeface="Syne ExtraBold"/>
              </a:defRPr>
            </a:lvl2pPr>
            <a:lvl3pPr lvl="2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Font typeface="Syne ExtraBold"/>
              <a:buNone/>
              <a:defRPr sz="6000">
                <a:solidFill>
                  <a:schemeClr val="lt2"/>
                </a:solidFill>
                <a:latin typeface="Syne ExtraBold"/>
                <a:ea typeface="Syne ExtraBold"/>
                <a:cs typeface="Syne ExtraBold"/>
                <a:sym typeface="Syne ExtraBold"/>
              </a:defRPr>
            </a:lvl3pPr>
            <a:lvl4pPr lvl="3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Font typeface="Syne ExtraBold"/>
              <a:buNone/>
              <a:defRPr sz="6000">
                <a:solidFill>
                  <a:schemeClr val="lt2"/>
                </a:solidFill>
                <a:latin typeface="Syne ExtraBold"/>
                <a:ea typeface="Syne ExtraBold"/>
                <a:cs typeface="Syne ExtraBold"/>
                <a:sym typeface="Syne ExtraBold"/>
              </a:defRPr>
            </a:lvl4pPr>
            <a:lvl5pPr lvl="4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Font typeface="Syne ExtraBold"/>
              <a:buNone/>
              <a:defRPr sz="6000">
                <a:solidFill>
                  <a:schemeClr val="lt2"/>
                </a:solidFill>
                <a:latin typeface="Syne ExtraBold"/>
                <a:ea typeface="Syne ExtraBold"/>
                <a:cs typeface="Syne ExtraBold"/>
                <a:sym typeface="Syne ExtraBold"/>
              </a:defRPr>
            </a:lvl5pPr>
            <a:lvl6pPr lvl="5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Font typeface="Syne ExtraBold"/>
              <a:buNone/>
              <a:defRPr sz="6000">
                <a:solidFill>
                  <a:schemeClr val="lt2"/>
                </a:solidFill>
                <a:latin typeface="Syne ExtraBold"/>
                <a:ea typeface="Syne ExtraBold"/>
                <a:cs typeface="Syne ExtraBold"/>
                <a:sym typeface="Syne ExtraBold"/>
              </a:defRPr>
            </a:lvl6pPr>
            <a:lvl7pPr lvl="6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Font typeface="Syne ExtraBold"/>
              <a:buNone/>
              <a:defRPr sz="6000">
                <a:solidFill>
                  <a:schemeClr val="lt2"/>
                </a:solidFill>
                <a:latin typeface="Syne ExtraBold"/>
                <a:ea typeface="Syne ExtraBold"/>
                <a:cs typeface="Syne ExtraBold"/>
                <a:sym typeface="Syne ExtraBold"/>
              </a:defRPr>
            </a:lvl7pPr>
            <a:lvl8pPr lvl="7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Font typeface="Syne ExtraBold"/>
              <a:buNone/>
              <a:defRPr sz="6000">
                <a:solidFill>
                  <a:schemeClr val="lt2"/>
                </a:solidFill>
                <a:latin typeface="Syne ExtraBold"/>
                <a:ea typeface="Syne ExtraBold"/>
                <a:cs typeface="Syne ExtraBold"/>
                <a:sym typeface="Syne ExtraBold"/>
              </a:defRPr>
            </a:lvl8pPr>
            <a:lvl9pPr lvl="8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Font typeface="Syne ExtraBold"/>
              <a:buNone/>
              <a:defRPr sz="6000">
                <a:solidFill>
                  <a:schemeClr val="lt2"/>
                </a:solidFill>
                <a:latin typeface="Syne ExtraBold"/>
                <a:ea typeface="Syne ExtraBold"/>
                <a:cs typeface="Syne ExtraBold"/>
                <a:sym typeface="Syne ExtraBold"/>
              </a:defRPr>
            </a:lvl9pPr>
          </a:lstStyle>
          <a:p/>
        </p:txBody>
      </p:sp>
      <p:pic>
        <p:nvPicPr>
          <p:cNvPr id="214" name="Google Shape;214;p60" title="Logo sand RGB@2x.png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006747" y="142225"/>
            <a:ext cx="794348" cy="191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yellowgrid2">
  <p:cSld name="MAIN_POINT_1_1">
    <p:bg>
      <p:bgPr>
        <a:gradFill>
          <a:gsLst>
            <a:gs pos="0">
              <a:schemeClr val="accent1"/>
            </a:gs>
            <a:gs pos="100000">
              <a:schemeClr val="accent3"/>
            </a:gs>
          </a:gsLst>
          <a:lin ang="5400012" scaled="0"/>
        </a:gradFill>
      </p:bgPr>
    </p:bg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6" name="Google Shape;216;p61" title="perspective_lightgreen 2.png"/>
          <p:cNvPicPr preferRelativeResize="0"/>
          <p:nvPr/>
        </p:nvPicPr>
        <p:blipFill rotWithShape="1">
          <a:blip r:embed="rId2">
            <a:alphaModFix amt="40000"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17" name="Google Shape;217;p61"/>
          <p:cNvSpPr txBox="1"/>
          <p:nvPr>
            <p:ph type="title"/>
          </p:nvPr>
        </p:nvSpPr>
        <p:spPr>
          <a:xfrm>
            <a:off x="342900" y="464825"/>
            <a:ext cx="8458200" cy="430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SzPts val="6000"/>
              <a:buFont typeface="Syne ExtraBold"/>
              <a:buNone/>
              <a:defRPr sz="6000">
                <a:latin typeface="Syne ExtraBold"/>
                <a:ea typeface="Syne ExtraBold"/>
                <a:cs typeface="Syne ExtraBold"/>
                <a:sym typeface="Syne ExtraBold"/>
              </a:defRPr>
            </a:lvl1pPr>
            <a:lvl2pPr lvl="1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SzPts val="6000"/>
              <a:buFont typeface="Syne ExtraBold"/>
              <a:buNone/>
              <a:defRPr sz="6000">
                <a:latin typeface="Syne ExtraBold"/>
                <a:ea typeface="Syne ExtraBold"/>
                <a:cs typeface="Syne ExtraBold"/>
                <a:sym typeface="Syne ExtraBold"/>
              </a:defRPr>
            </a:lvl2pPr>
            <a:lvl3pPr lvl="2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SzPts val="6000"/>
              <a:buFont typeface="Syne ExtraBold"/>
              <a:buNone/>
              <a:defRPr sz="6000">
                <a:latin typeface="Syne ExtraBold"/>
                <a:ea typeface="Syne ExtraBold"/>
                <a:cs typeface="Syne ExtraBold"/>
                <a:sym typeface="Syne ExtraBold"/>
              </a:defRPr>
            </a:lvl3pPr>
            <a:lvl4pPr lvl="3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SzPts val="6000"/>
              <a:buFont typeface="Syne ExtraBold"/>
              <a:buNone/>
              <a:defRPr sz="6000">
                <a:latin typeface="Syne ExtraBold"/>
                <a:ea typeface="Syne ExtraBold"/>
                <a:cs typeface="Syne ExtraBold"/>
                <a:sym typeface="Syne ExtraBold"/>
              </a:defRPr>
            </a:lvl4pPr>
            <a:lvl5pPr lvl="4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SzPts val="6000"/>
              <a:buFont typeface="Syne ExtraBold"/>
              <a:buNone/>
              <a:defRPr sz="6000">
                <a:latin typeface="Syne ExtraBold"/>
                <a:ea typeface="Syne ExtraBold"/>
                <a:cs typeface="Syne ExtraBold"/>
                <a:sym typeface="Syne ExtraBold"/>
              </a:defRPr>
            </a:lvl5pPr>
            <a:lvl6pPr lvl="5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SzPts val="6000"/>
              <a:buFont typeface="Syne ExtraBold"/>
              <a:buNone/>
              <a:defRPr sz="6000">
                <a:latin typeface="Syne ExtraBold"/>
                <a:ea typeface="Syne ExtraBold"/>
                <a:cs typeface="Syne ExtraBold"/>
                <a:sym typeface="Syne ExtraBold"/>
              </a:defRPr>
            </a:lvl6pPr>
            <a:lvl7pPr lvl="6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SzPts val="6000"/>
              <a:buFont typeface="Syne ExtraBold"/>
              <a:buNone/>
              <a:defRPr sz="6000">
                <a:latin typeface="Syne ExtraBold"/>
                <a:ea typeface="Syne ExtraBold"/>
                <a:cs typeface="Syne ExtraBold"/>
                <a:sym typeface="Syne ExtraBold"/>
              </a:defRPr>
            </a:lvl7pPr>
            <a:lvl8pPr lvl="7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SzPts val="6000"/>
              <a:buFont typeface="Syne ExtraBold"/>
              <a:buNone/>
              <a:defRPr sz="6000">
                <a:latin typeface="Syne ExtraBold"/>
                <a:ea typeface="Syne ExtraBold"/>
                <a:cs typeface="Syne ExtraBold"/>
                <a:sym typeface="Syne ExtraBold"/>
              </a:defRPr>
            </a:lvl8pPr>
            <a:lvl9pPr lvl="8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SzPts val="6000"/>
              <a:buFont typeface="Syne ExtraBold"/>
              <a:buNone/>
              <a:defRPr sz="6000">
                <a:latin typeface="Syne ExtraBold"/>
                <a:ea typeface="Syne ExtraBold"/>
                <a:cs typeface="Syne ExtraBold"/>
                <a:sym typeface="Syne Extra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yellowdots">
  <p:cSld name="MAIN_POINT_2_1">
    <p:bg>
      <p:bgPr>
        <a:gradFill>
          <a:gsLst>
            <a:gs pos="0">
              <a:schemeClr val="accent1"/>
            </a:gs>
            <a:gs pos="100000">
              <a:schemeClr val="accent3"/>
            </a:gs>
          </a:gsLst>
          <a:lin ang="5400012" scaled="0"/>
        </a:gradFill>
      </p:bgPr>
    </p:bg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9" name="Google Shape;219;p62" title="dots_lightgreen.png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3"/>
          </a:xfrm>
          <a:prstGeom prst="rect">
            <a:avLst/>
          </a:prstGeom>
          <a:noFill/>
          <a:ln>
            <a:noFill/>
          </a:ln>
        </p:spPr>
      </p:pic>
      <p:sp>
        <p:nvSpPr>
          <p:cNvPr id="220" name="Google Shape;220;p62"/>
          <p:cNvSpPr txBox="1"/>
          <p:nvPr>
            <p:ph type="title"/>
          </p:nvPr>
        </p:nvSpPr>
        <p:spPr>
          <a:xfrm>
            <a:off x="342900" y="464825"/>
            <a:ext cx="8458200" cy="430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SzPts val="6000"/>
              <a:buFont typeface="Syne ExtraBold"/>
              <a:buNone/>
              <a:defRPr sz="6000">
                <a:latin typeface="Syne ExtraBold"/>
                <a:ea typeface="Syne ExtraBold"/>
                <a:cs typeface="Syne ExtraBold"/>
                <a:sym typeface="Syne ExtraBold"/>
              </a:defRPr>
            </a:lvl1pPr>
            <a:lvl2pPr lvl="1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SzPts val="6000"/>
              <a:buFont typeface="Syne ExtraBold"/>
              <a:buNone/>
              <a:defRPr sz="6000">
                <a:latin typeface="Syne ExtraBold"/>
                <a:ea typeface="Syne ExtraBold"/>
                <a:cs typeface="Syne ExtraBold"/>
                <a:sym typeface="Syne ExtraBold"/>
              </a:defRPr>
            </a:lvl2pPr>
            <a:lvl3pPr lvl="2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SzPts val="6000"/>
              <a:buFont typeface="Syne ExtraBold"/>
              <a:buNone/>
              <a:defRPr sz="6000">
                <a:latin typeface="Syne ExtraBold"/>
                <a:ea typeface="Syne ExtraBold"/>
                <a:cs typeface="Syne ExtraBold"/>
                <a:sym typeface="Syne ExtraBold"/>
              </a:defRPr>
            </a:lvl3pPr>
            <a:lvl4pPr lvl="3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SzPts val="6000"/>
              <a:buFont typeface="Syne ExtraBold"/>
              <a:buNone/>
              <a:defRPr sz="6000">
                <a:latin typeface="Syne ExtraBold"/>
                <a:ea typeface="Syne ExtraBold"/>
                <a:cs typeface="Syne ExtraBold"/>
                <a:sym typeface="Syne ExtraBold"/>
              </a:defRPr>
            </a:lvl4pPr>
            <a:lvl5pPr lvl="4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SzPts val="6000"/>
              <a:buFont typeface="Syne ExtraBold"/>
              <a:buNone/>
              <a:defRPr sz="6000">
                <a:latin typeface="Syne ExtraBold"/>
                <a:ea typeface="Syne ExtraBold"/>
                <a:cs typeface="Syne ExtraBold"/>
                <a:sym typeface="Syne ExtraBold"/>
              </a:defRPr>
            </a:lvl5pPr>
            <a:lvl6pPr lvl="5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SzPts val="6000"/>
              <a:buFont typeface="Syne ExtraBold"/>
              <a:buNone/>
              <a:defRPr sz="6000">
                <a:latin typeface="Syne ExtraBold"/>
                <a:ea typeface="Syne ExtraBold"/>
                <a:cs typeface="Syne ExtraBold"/>
                <a:sym typeface="Syne ExtraBold"/>
              </a:defRPr>
            </a:lvl6pPr>
            <a:lvl7pPr lvl="6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SzPts val="6000"/>
              <a:buFont typeface="Syne ExtraBold"/>
              <a:buNone/>
              <a:defRPr sz="6000">
                <a:latin typeface="Syne ExtraBold"/>
                <a:ea typeface="Syne ExtraBold"/>
                <a:cs typeface="Syne ExtraBold"/>
                <a:sym typeface="Syne ExtraBold"/>
              </a:defRPr>
            </a:lvl7pPr>
            <a:lvl8pPr lvl="7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SzPts val="6000"/>
              <a:buFont typeface="Syne ExtraBold"/>
              <a:buNone/>
              <a:defRPr sz="6000">
                <a:latin typeface="Syne ExtraBold"/>
                <a:ea typeface="Syne ExtraBold"/>
                <a:cs typeface="Syne ExtraBold"/>
                <a:sym typeface="Syne ExtraBold"/>
              </a:defRPr>
            </a:lvl8pPr>
            <a:lvl9pPr lvl="8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SzPts val="6000"/>
              <a:buFont typeface="Syne ExtraBold"/>
              <a:buNone/>
              <a:defRPr sz="6000">
                <a:latin typeface="Syne ExtraBold"/>
                <a:ea typeface="Syne ExtraBold"/>
                <a:cs typeface="Syne ExtraBold"/>
                <a:sym typeface="Syne Extra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yellow">
  <p:cSld name="MAIN_POINT_3_1">
    <p:bg>
      <p:bgPr>
        <a:gradFill>
          <a:gsLst>
            <a:gs pos="0">
              <a:schemeClr val="accent1"/>
            </a:gs>
            <a:gs pos="100000">
              <a:schemeClr val="accent3"/>
            </a:gs>
          </a:gsLst>
          <a:lin ang="5400012" scaled="0"/>
        </a:gradFill>
      </p:bgPr>
    </p:bg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63"/>
          <p:cNvSpPr txBox="1"/>
          <p:nvPr>
            <p:ph type="title"/>
          </p:nvPr>
        </p:nvSpPr>
        <p:spPr>
          <a:xfrm>
            <a:off x="342900" y="464825"/>
            <a:ext cx="8458200" cy="430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SzPts val="6000"/>
              <a:buFont typeface="Syne ExtraBold"/>
              <a:buNone/>
              <a:defRPr sz="6000">
                <a:latin typeface="Syne ExtraBold"/>
                <a:ea typeface="Syne ExtraBold"/>
                <a:cs typeface="Syne ExtraBold"/>
                <a:sym typeface="Syne ExtraBold"/>
              </a:defRPr>
            </a:lvl1pPr>
            <a:lvl2pPr lvl="1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SzPts val="6000"/>
              <a:buFont typeface="Syne ExtraBold"/>
              <a:buNone/>
              <a:defRPr sz="6000">
                <a:latin typeface="Syne ExtraBold"/>
                <a:ea typeface="Syne ExtraBold"/>
                <a:cs typeface="Syne ExtraBold"/>
                <a:sym typeface="Syne ExtraBold"/>
              </a:defRPr>
            </a:lvl2pPr>
            <a:lvl3pPr lvl="2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SzPts val="6000"/>
              <a:buFont typeface="Syne ExtraBold"/>
              <a:buNone/>
              <a:defRPr sz="6000">
                <a:latin typeface="Syne ExtraBold"/>
                <a:ea typeface="Syne ExtraBold"/>
                <a:cs typeface="Syne ExtraBold"/>
                <a:sym typeface="Syne ExtraBold"/>
              </a:defRPr>
            </a:lvl3pPr>
            <a:lvl4pPr lvl="3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SzPts val="6000"/>
              <a:buFont typeface="Syne ExtraBold"/>
              <a:buNone/>
              <a:defRPr sz="6000">
                <a:latin typeface="Syne ExtraBold"/>
                <a:ea typeface="Syne ExtraBold"/>
                <a:cs typeface="Syne ExtraBold"/>
                <a:sym typeface="Syne ExtraBold"/>
              </a:defRPr>
            </a:lvl4pPr>
            <a:lvl5pPr lvl="4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SzPts val="6000"/>
              <a:buFont typeface="Syne ExtraBold"/>
              <a:buNone/>
              <a:defRPr sz="6000">
                <a:latin typeface="Syne ExtraBold"/>
                <a:ea typeface="Syne ExtraBold"/>
                <a:cs typeface="Syne ExtraBold"/>
                <a:sym typeface="Syne ExtraBold"/>
              </a:defRPr>
            </a:lvl5pPr>
            <a:lvl6pPr lvl="5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SzPts val="6000"/>
              <a:buFont typeface="Syne ExtraBold"/>
              <a:buNone/>
              <a:defRPr sz="6000">
                <a:latin typeface="Syne ExtraBold"/>
                <a:ea typeface="Syne ExtraBold"/>
                <a:cs typeface="Syne ExtraBold"/>
                <a:sym typeface="Syne ExtraBold"/>
              </a:defRPr>
            </a:lvl6pPr>
            <a:lvl7pPr lvl="6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SzPts val="6000"/>
              <a:buFont typeface="Syne ExtraBold"/>
              <a:buNone/>
              <a:defRPr sz="6000">
                <a:latin typeface="Syne ExtraBold"/>
                <a:ea typeface="Syne ExtraBold"/>
                <a:cs typeface="Syne ExtraBold"/>
                <a:sym typeface="Syne ExtraBold"/>
              </a:defRPr>
            </a:lvl7pPr>
            <a:lvl8pPr lvl="7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SzPts val="6000"/>
              <a:buFont typeface="Syne ExtraBold"/>
              <a:buNone/>
              <a:defRPr sz="6000">
                <a:latin typeface="Syne ExtraBold"/>
                <a:ea typeface="Syne ExtraBold"/>
                <a:cs typeface="Syne ExtraBold"/>
                <a:sym typeface="Syne ExtraBold"/>
              </a:defRPr>
            </a:lvl8pPr>
            <a:lvl9pPr lvl="8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SzPts val="6000"/>
              <a:buFont typeface="Syne ExtraBold"/>
              <a:buNone/>
              <a:defRPr sz="6000">
                <a:latin typeface="Syne ExtraBold"/>
                <a:ea typeface="Syne ExtraBold"/>
                <a:cs typeface="Syne ExtraBold"/>
                <a:sym typeface="Syne Extra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mpty-sand-grid1">
  <p:cSld name="CAPTION_ONLY"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4" name="Google Shape;224;p64" title="perspective_lightgreen.png"/>
          <p:cNvPicPr preferRelativeResize="0"/>
          <p:nvPr/>
        </p:nvPicPr>
        <p:blipFill rotWithShape="1">
          <a:blip r:embed="rId2">
            <a:alphaModFix amt="40000"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x2 body with subheader grey grid1">
  <p:cSld name="CAPTION_ONLY_5"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6" name="Google Shape;226;p65" title="perspective_lightgreen.png"/>
          <p:cNvPicPr preferRelativeResize="0"/>
          <p:nvPr/>
        </p:nvPicPr>
        <p:blipFill rotWithShape="1">
          <a:blip r:embed="rId2">
            <a:alphaModFix amt="40000"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27" name="Google Shape;227;p65"/>
          <p:cNvSpPr txBox="1"/>
          <p:nvPr>
            <p:ph type="title"/>
          </p:nvPr>
        </p:nvSpPr>
        <p:spPr>
          <a:xfrm>
            <a:off x="342900" y="333875"/>
            <a:ext cx="8458200" cy="88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8" name="Google Shape;228;p65"/>
          <p:cNvSpPr txBox="1"/>
          <p:nvPr>
            <p:ph idx="1" type="body"/>
          </p:nvPr>
        </p:nvSpPr>
        <p:spPr>
          <a:xfrm>
            <a:off x="342900" y="2127625"/>
            <a:ext cx="3751800" cy="232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29" name="Google Shape;229;p65"/>
          <p:cNvSpPr txBox="1"/>
          <p:nvPr>
            <p:ph idx="2" type="body"/>
          </p:nvPr>
        </p:nvSpPr>
        <p:spPr>
          <a:xfrm>
            <a:off x="5049400" y="2127625"/>
            <a:ext cx="3751800" cy="232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0" name="Google Shape;230;p65"/>
          <p:cNvSpPr txBox="1"/>
          <p:nvPr>
            <p:ph idx="3" type="subTitle"/>
          </p:nvPr>
        </p:nvSpPr>
        <p:spPr>
          <a:xfrm>
            <a:off x="342900" y="1670050"/>
            <a:ext cx="3751800" cy="35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231" name="Google Shape;231;p65"/>
          <p:cNvSpPr txBox="1"/>
          <p:nvPr>
            <p:ph idx="4" type="subTitle"/>
          </p:nvPr>
        </p:nvSpPr>
        <p:spPr>
          <a:xfrm>
            <a:off x="5049400" y="1670050"/>
            <a:ext cx="3751800" cy="35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mpty-sand-grid2">
  <p:cSld name="CAPTION_ONLY_4"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3" name="Google Shape;233;p66" title="perspective_lightgreen 2.png"/>
          <p:cNvPicPr preferRelativeResize="0"/>
          <p:nvPr/>
        </p:nvPicPr>
        <p:blipFill rotWithShape="1">
          <a:blip r:embed="rId2">
            <a:alphaModFix amt="40000"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mpty-sand-dots">
  <p:cSld name="CAPTION_ONLY_3"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5" name="Google Shape;235;p67" title="dots_lightgreen.png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mpty-sand">
  <p:cSld name="CAPTION_ONLY_3_1"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mpty-green-grid1">
  <p:cSld name="CAPTION_ONLY_1_1_1">
    <p:bg>
      <p:bgPr>
        <a:gradFill>
          <a:gsLst>
            <a:gs pos="0">
              <a:schemeClr val="dk1"/>
            </a:gs>
            <a:gs pos="100000">
              <a:schemeClr val="dk2"/>
            </a:gs>
          </a:gsLst>
          <a:lin ang="5400012" scaled="0"/>
        </a:gradFill>
      </p:bgPr>
    </p:bg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8" name="Google Shape;238;p69" title="perspective_lightgreen.png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9" name="Google Shape;239;p69" title="Logo sand RGB@2x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06747" y="142225"/>
            <a:ext cx="794348" cy="191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mpty-green-grid2">
  <p:cSld name="CAPTION_ONLY_1_1_1_1">
    <p:bg>
      <p:bgPr>
        <a:gradFill>
          <a:gsLst>
            <a:gs pos="0">
              <a:schemeClr val="dk1"/>
            </a:gs>
            <a:gs pos="100000">
              <a:schemeClr val="dk2"/>
            </a:gs>
          </a:gsLst>
          <a:lin ang="5400012" scaled="0"/>
        </a:gradFill>
      </p:bgPr>
    </p:bg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1" name="Google Shape;241;p70" title="perspective_lightgreen 2.png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2" name="Google Shape;242;p70" title="Logo sand RGB@2x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06747" y="142225"/>
            <a:ext cx="794348" cy="191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mpty-sand-dots">
  <p:cSld name="CAPTION_ONLY_1">
    <p:bg>
      <p:bgPr>
        <a:gradFill>
          <a:gsLst>
            <a:gs pos="0">
              <a:schemeClr val="dk1"/>
            </a:gs>
            <a:gs pos="100000">
              <a:schemeClr val="dk2"/>
            </a:gs>
          </a:gsLst>
          <a:lin ang="5400012" scaled="0"/>
        </a:gradFill>
      </p:bgPr>
    </p:bg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4" name="Google Shape;244;p71" title="dots_white.png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5" name="Google Shape;245;p71" title="Logo sand RGB@2x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06747" y="142225"/>
            <a:ext cx="794348" cy="191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mpty-sand">
  <p:cSld name="CAPTION_ONLY_1_1">
    <p:bg>
      <p:bgPr>
        <a:gradFill>
          <a:gsLst>
            <a:gs pos="0">
              <a:schemeClr val="dk1"/>
            </a:gs>
            <a:gs pos="100000">
              <a:schemeClr val="dk2"/>
            </a:gs>
          </a:gsLst>
          <a:lin ang="5400012" scaled="0"/>
        </a:gradFill>
      </p:bgPr>
    </p:bg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7" name="Google Shape;247;p72" title="Logo sand RGB@2x.png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006747" y="142225"/>
            <a:ext cx="794348" cy="191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mpty - pattern picture">
  <p:cSld name="CAPTION_ONLY_1_1_2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9" name="Google Shape;249;p73" title="Logo sand RGB@2x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06747" y="142225"/>
            <a:ext cx="794348" cy="191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mpty-yellow-grid1">
  <p:cSld name="CAPTION_ONLY_2_1_1">
    <p:bg>
      <p:bgPr>
        <a:gradFill>
          <a:gsLst>
            <a:gs pos="0">
              <a:schemeClr val="accent1"/>
            </a:gs>
            <a:gs pos="100000">
              <a:schemeClr val="accent3"/>
            </a:gs>
          </a:gsLst>
          <a:lin ang="5400012" scaled="0"/>
        </a:gradFill>
      </p:bgPr>
    </p:bg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1" name="Google Shape;251;p74" title="perspective_lightgreen.png"/>
          <p:cNvPicPr preferRelativeResize="0"/>
          <p:nvPr/>
        </p:nvPicPr>
        <p:blipFill rotWithShape="1">
          <a:blip r:embed="rId2">
            <a:alphaModFix amt="40000"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mpty-yellow-grid2">
  <p:cSld name="CAPTION_ONLY_2_1_1_1">
    <p:bg>
      <p:bgPr>
        <a:gradFill>
          <a:gsLst>
            <a:gs pos="0">
              <a:schemeClr val="accent1"/>
            </a:gs>
            <a:gs pos="100000">
              <a:schemeClr val="accent3"/>
            </a:gs>
          </a:gsLst>
          <a:lin ang="5400012" scaled="0"/>
        </a:gradFill>
      </p:bgPr>
    </p:bg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3" name="Google Shape;253;p75" title="perspective_lightgreen 2.png"/>
          <p:cNvPicPr preferRelativeResize="0"/>
          <p:nvPr/>
        </p:nvPicPr>
        <p:blipFill rotWithShape="1">
          <a:blip r:embed="rId2">
            <a:alphaModFix amt="40000"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mpty-yellow-dots">
  <p:cSld name="CAPTION_ONLY_2">
    <p:bg>
      <p:bgPr>
        <a:gradFill>
          <a:gsLst>
            <a:gs pos="0">
              <a:schemeClr val="accent1"/>
            </a:gs>
            <a:gs pos="100000">
              <a:schemeClr val="accent3"/>
            </a:gs>
          </a:gsLst>
          <a:lin ang="5400012" scaled="0"/>
        </a:gradFill>
      </p:bgPr>
    </p:bg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5" name="Google Shape;255;p76" title="dots_dark.png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mpty-yellow">
  <p:cSld name="CAPTION_ONLY_2_1">
    <p:bg>
      <p:bgPr>
        <a:gradFill>
          <a:gsLst>
            <a:gs pos="0">
              <a:schemeClr val="accent1"/>
            </a:gs>
            <a:gs pos="100000">
              <a:schemeClr val="accent3"/>
            </a:gs>
          </a:gsLst>
          <a:lin ang="5400012" scaled="0"/>
        </a:gradFill>
      </p:bgPr>
    </p:bg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mpty - bird picture">
  <p:cSld name="CAPTION_ONLY_2_1_2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mpty - box picture">
  <p:cSld name="CAPTION_ONLY_2_1_2_1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39.xml"/><Relationship Id="rId42" Type="http://schemas.openxmlformats.org/officeDocument/2006/relationships/slideLayout" Target="../slideLayouts/slideLayout41.xml"/><Relationship Id="rId41" Type="http://schemas.openxmlformats.org/officeDocument/2006/relationships/slideLayout" Target="../slideLayouts/slideLayout40.xml"/><Relationship Id="rId44" Type="http://schemas.openxmlformats.org/officeDocument/2006/relationships/slideLayout" Target="../slideLayouts/slideLayout43.xml"/><Relationship Id="rId43" Type="http://schemas.openxmlformats.org/officeDocument/2006/relationships/slideLayout" Target="../slideLayouts/slideLayout42.xml"/><Relationship Id="rId46" Type="http://schemas.openxmlformats.org/officeDocument/2006/relationships/slideLayout" Target="../slideLayouts/slideLayout45.xml"/><Relationship Id="rId45" Type="http://schemas.openxmlformats.org/officeDocument/2006/relationships/slideLayout" Target="../slideLayouts/slideLayout44.xml"/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48" Type="http://schemas.openxmlformats.org/officeDocument/2006/relationships/slideLayout" Target="../slideLayouts/slideLayout47.xml"/><Relationship Id="rId47" Type="http://schemas.openxmlformats.org/officeDocument/2006/relationships/slideLayout" Target="../slideLayouts/slideLayout46.xml"/><Relationship Id="rId49" Type="http://schemas.openxmlformats.org/officeDocument/2006/relationships/slideLayout" Target="../slideLayouts/slideLayout4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73" Type="http://schemas.openxmlformats.org/officeDocument/2006/relationships/theme" Target="../theme/theme1.xml"/><Relationship Id="rId72" Type="http://schemas.openxmlformats.org/officeDocument/2006/relationships/slideLayout" Target="../slideLayouts/slideLayout71.xml"/><Relationship Id="rId31" Type="http://schemas.openxmlformats.org/officeDocument/2006/relationships/slideLayout" Target="../slideLayouts/slideLayout30.xml"/><Relationship Id="rId30" Type="http://schemas.openxmlformats.org/officeDocument/2006/relationships/slideLayout" Target="../slideLayouts/slideLayout29.xml"/><Relationship Id="rId33" Type="http://schemas.openxmlformats.org/officeDocument/2006/relationships/slideLayout" Target="../slideLayouts/slideLayout32.xml"/><Relationship Id="rId32" Type="http://schemas.openxmlformats.org/officeDocument/2006/relationships/slideLayout" Target="../slideLayouts/slideLayout31.xml"/><Relationship Id="rId35" Type="http://schemas.openxmlformats.org/officeDocument/2006/relationships/slideLayout" Target="../slideLayouts/slideLayout34.xml"/><Relationship Id="rId34" Type="http://schemas.openxmlformats.org/officeDocument/2006/relationships/slideLayout" Target="../slideLayouts/slideLayout33.xml"/><Relationship Id="rId71" Type="http://schemas.openxmlformats.org/officeDocument/2006/relationships/slideLayout" Target="../slideLayouts/slideLayout70.xml"/><Relationship Id="rId70" Type="http://schemas.openxmlformats.org/officeDocument/2006/relationships/slideLayout" Target="../slideLayouts/slideLayout69.xml"/><Relationship Id="rId37" Type="http://schemas.openxmlformats.org/officeDocument/2006/relationships/slideLayout" Target="../slideLayouts/slideLayout36.xml"/><Relationship Id="rId36" Type="http://schemas.openxmlformats.org/officeDocument/2006/relationships/slideLayout" Target="../slideLayouts/slideLayout35.xml"/><Relationship Id="rId39" Type="http://schemas.openxmlformats.org/officeDocument/2006/relationships/slideLayout" Target="../slideLayouts/slideLayout38.xml"/><Relationship Id="rId38" Type="http://schemas.openxmlformats.org/officeDocument/2006/relationships/slideLayout" Target="../slideLayouts/slideLayout37.xml"/><Relationship Id="rId62" Type="http://schemas.openxmlformats.org/officeDocument/2006/relationships/slideLayout" Target="../slideLayouts/slideLayout61.xml"/><Relationship Id="rId61" Type="http://schemas.openxmlformats.org/officeDocument/2006/relationships/slideLayout" Target="../slideLayouts/slideLayout60.xml"/><Relationship Id="rId20" Type="http://schemas.openxmlformats.org/officeDocument/2006/relationships/slideLayout" Target="../slideLayouts/slideLayout19.xml"/><Relationship Id="rId64" Type="http://schemas.openxmlformats.org/officeDocument/2006/relationships/slideLayout" Target="../slideLayouts/slideLayout63.xml"/><Relationship Id="rId63" Type="http://schemas.openxmlformats.org/officeDocument/2006/relationships/slideLayout" Target="../slideLayouts/slideLayout62.xml"/><Relationship Id="rId22" Type="http://schemas.openxmlformats.org/officeDocument/2006/relationships/slideLayout" Target="../slideLayouts/slideLayout21.xml"/><Relationship Id="rId66" Type="http://schemas.openxmlformats.org/officeDocument/2006/relationships/slideLayout" Target="../slideLayouts/slideLayout65.xml"/><Relationship Id="rId21" Type="http://schemas.openxmlformats.org/officeDocument/2006/relationships/slideLayout" Target="../slideLayouts/slideLayout20.xml"/><Relationship Id="rId65" Type="http://schemas.openxmlformats.org/officeDocument/2006/relationships/slideLayout" Target="../slideLayouts/slideLayout64.xml"/><Relationship Id="rId24" Type="http://schemas.openxmlformats.org/officeDocument/2006/relationships/slideLayout" Target="../slideLayouts/slideLayout23.xml"/><Relationship Id="rId68" Type="http://schemas.openxmlformats.org/officeDocument/2006/relationships/slideLayout" Target="../slideLayouts/slideLayout67.xml"/><Relationship Id="rId23" Type="http://schemas.openxmlformats.org/officeDocument/2006/relationships/slideLayout" Target="../slideLayouts/slideLayout22.xml"/><Relationship Id="rId67" Type="http://schemas.openxmlformats.org/officeDocument/2006/relationships/slideLayout" Target="../slideLayouts/slideLayout66.xml"/><Relationship Id="rId60" Type="http://schemas.openxmlformats.org/officeDocument/2006/relationships/slideLayout" Target="../slideLayouts/slideLayout59.xml"/><Relationship Id="rId26" Type="http://schemas.openxmlformats.org/officeDocument/2006/relationships/slideLayout" Target="../slideLayouts/slideLayout25.xml"/><Relationship Id="rId25" Type="http://schemas.openxmlformats.org/officeDocument/2006/relationships/slideLayout" Target="../slideLayouts/slideLayout24.xml"/><Relationship Id="rId69" Type="http://schemas.openxmlformats.org/officeDocument/2006/relationships/slideLayout" Target="../slideLayouts/slideLayout68.xml"/><Relationship Id="rId28" Type="http://schemas.openxmlformats.org/officeDocument/2006/relationships/slideLayout" Target="../slideLayouts/slideLayout27.xml"/><Relationship Id="rId27" Type="http://schemas.openxmlformats.org/officeDocument/2006/relationships/slideLayout" Target="../slideLayouts/slideLayout26.xml"/><Relationship Id="rId29" Type="http://schemas.openxmlformats.org/officeDocument/2006/relationships/slideLayout" Target="../slideLayouts/slideLayout28.xml"/><Relationship Id="rId51" Type="http://schemas.openxmlformats.org/officeDocument/2006/relationships/slideLayout" Target="../slideLayouts/slideLayout50.xml"/><Relationship Id="rId50" Type="http://schemas.openxmlformats.org/officeDocument/2006/relationships/slideLayout" Target="../slideLayouts/slideLayout49.xml"/><Relationship Id="rId53" Type="http://schemas.openxmlformats.org/officeDocument/2006/relationships/slideLayout" Target="../slideLayouts/slideLayout52.xml"/><Relationship Id="rId52" Type="http://schemas.openxmlformats.org/officeDocument/2006/relationships/slideLayout" Target="../slideLayouts/slideLayout51.xml"/><Relationship Id="rId11" Type="http://schemas.openxmlformats.org/officeDocument/2006/relationships/slideLayout" Target="../slideLayouts/slideLayout10.xml"/><Relationship Id="rId55" Type="http://schemas.openxmlformats.org/officeDocument/2006/relationships/slideLayout" Target="../slideLayouts/slideLayout54.xml"/><Relationship Id="rId10" Type="http://schemas.openxmlformats.org/officeDocument/2006/relationships/slideLayout" Target="../slideLayouts/slideLayout9.xml"/><Relationship Id="rId54" Type="http://schemas.openxmlformats.org/officeDocument/2006/relationships/slideLayout" Target="../slideLayouts/slideLayout53.xml"/><Relationship Id="rId13" Type="http://schemas.openxmlformats.org/officeDocument/2006/relationships/slideLayout" Target="../slideLayouts/slideLayout12.xml"/><Relationship Id="rId57" Type="http://schemas.openxmlformats.org/officeDocument/2006/relationships/slideLayout" Target="../slideLayouts/slideLayout56.xml"/><Relationship Id="rId12" Type="http://schemas.openxmlformats.org/officeDocument/2006/relationships/slideLayout" Target="../slideLayouts/slideLayout11.xml"/><Relationship Id="rId56" Type="http://schemas.openxmlformats.org/officeDocument/2006/relationships/slideLayout" Target="../slideLayouts/slideLayout55.xml"/><Relationship Id="rId15" Type="http://schemas.openxmlformats.org/officeDocument/2006/relationships/slideLayout" Target="../slideLayouts/slideLayout14.xml"/><Relationship Id="rId59" Type="http://schemas.openxmlformats.org/officeDocument/2006/relationships/slideLayout" Target="../slideLayouts/slideLayout58.xml"/><Relationship Id="rId14" Type="http://schemas.openxmlformats.org/officeDocument/2006/relationships/slideLayout" Target="../slideLayouts/slideLayout13.xml"/><Relationship Id="rId58" Type="http://schemas.openxmlformats.org/officeDocument/2006/relationships/slideLayout" Target="../slideLayouts/slideLayout57.xml"/><Relationship Id="rId17" Type="http://schemas.openxmlformats.org/officeDocument/2006/relationships/slideLayout" Target="../slideLayouts/slideLayout16.xml"/><Relationship Id="rId16" Type="http://schemas.openxmlformats.org/officeDocument/2006/relationships/slideLayout" Target="../slideLayouts/slideLayout15.xml"/><Relationship Id="rId19" Type="http://schemas.openxmlformats.org/officeDocument/2006/relationships/slideLayout" Target="../slideLayouts/slideLayout18.xml"/><Relationship Id="rId18" Type="http://schemas.openxmlformats.org/officeDocument/2006/relationships/slideLayout" Target="../slideLayouts/slideLayout1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gradFill>
          <a:gsLst>
            <a:gs pos="0">
              <a:srgbClr val="D6D1CA"/>
            </a:gs>
            <a:gs pos="100000">
              <a:schemeClr val="lt1"/>
            </a:gs>
          </a:gsLst>
          <a:lin ang="5400012" scaled="0"/>
        </a:gra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8"/>
          <p:cNvSpPr txBox="1"/>
          <p:nvPr>
            <p:ph type="title"/>
          </p:nvPr>
        </p:nvSpPr>
        <p:spPr>
          <a:xfrm>
            <a:off x="342900" y="333875"/>
            <a:ext cx="8458200" cy="88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Syne"/>
              <a:buNone/>
              <a:defRPr b="0" i="0" sz="2800" u="none" cap="none" strike="noStrike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Syne"/>
              <a:buNone/>
              <a:defRPr b="0" i="0" sz="2800" u="none" cap="none" strike="noStrike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Syne"/>
              <a:buNone/>
              <a:defRPr b="0" i="0" sz="2800" u="none" cap="none" strike="noStrike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Syne"/>
              <a:buNone/>
              <a:defRPr b="0" i="0" sz="2800" u="none" cap="none" strike="noStrike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Syne"/>
              <a:buNone/>
              <a:defRPr b="0" i="0" sz="2800" u="none" cap="none" strike="noStrike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Syne"/>
              <a:buNone/>
              <a:defRPr b="0" i="0" sz="2800" u="none" cap="none" strike="noStrike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Syne"/>
              <a:buNone/>
              <a:defRPr b="0" i="0" sz="2800" u="none" cap="none" strike="noStrike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Syne"/>
              <a:buNone/>
              <a:defRPr b="0" i="0" sz="2800" u="none" cap="none" strike="noStrike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Syne"/>
              <a:buNone/>
              <a:defRPr b="0" i="0" sz="2800" u="none" cap="none" strike="noStrike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defRPr>
            </a:lvl9pPr>
          </a:lstStyle>
          <a:p/>
        </p:txBody>
      </p:sp>
      <p:sp>
        <p:nvSpPr>
          <p:cNvPr id="7" name="Google Shape;7;p8"/>
          <p:cNvSpPr txBox="1"/>
          <p:nvPr>
            <p:ph idx="1" type="body"/>
          </p:nvPr>
        </p:nvSpPr>
        <p:spPr>
          <a:xfrm>
            <a:off x="342900" y="1152475"/>
            <a:ext cx="8458200" cy="361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facad"/>
              <a:buChar char="●"/>
              <a:defRPr b="0" i="0" sz="1800" u="none" cap="none" strike="noStrike">
                <a:solidFill>
                  <a:schemeClr val="dk1"/>
                </a:solidFill>
                <a:latin typeface="Afacad"/>
                <a:ea typeface="Afacad"/>
                <a:cs typeface="Afacad"/>
                <a:sym typeface="Afacad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facad"/>
              <a:buChar char="○"/>
              <a:defRPr b="0" i="0" sz="1400" u="none" cap="none" strike="noStrike">
                <a:solidFill>
                  <a:schemeClr val="dk1"/>
                </a:solidFill>
                <a:latin typeface="Afacad"/>
                <a:ea typeface="Afacad"/>
                <a:cs typeface="Afacad"/>
                <a:sym typeface="Afacad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facad"/>
              <a:buChar char="■"/>
              <a:defRPr b="0" i="0" sz="1400" u="none" cap="none" strike="noStrike">
                <a:solidFill>
                  <a:schemeClr val="dk1"/>
                </a:solidFill>
                <a:latin typeface="Afacad"/>
                <a:ea typeface="Afacad"/>
                <a:cs typeface="Afacad"/>
                <a:sym typeface="Afacad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facad"/>
              <a:buChar char="●"/>
              <a:defRPr b="0" i="0" sz="1400" u="none" cap="none" strike="noStrike">
                <a:solidFill>
                  <a:schemeClr val="dk1"/>
                </a:solidFill>
                <a:latin typeface="Afacad"/>
                <a:ea typeface="Afacad"/>
                <a:cs typeface="Afacad"/>
                <a:sym typeface="Afacad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facad"/>
              <a:buChar char="○"/>
              <a:defRPr b="0" i="0" sz="1400" u="none" cap="none" strike="noStrike">
                <a:solidFill>
                  <a:schemeClr val="dk1"/>
                </a:solidFill>
                <a:latin typeface="Afacad"/>
                <a:ea typeface="Afacad"/>
                <a:cs typeface="Afacad"/>
                <a:sym typeface="Afacad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facad"/>
              <a:buChar char="■"/>
              <a:defRPr b="0" i="0" sz="1400" u="none" cap="none" strike="noStrike">
                <a:solidFill>
                  <a:schemeClr val="dk1"/>
                </a:solidFill>
                <a:latin typeface="Afacad"/>
                <a:ea typeface="Afacad"/>
                <a:cs typeface="Afacad"/>
                <a:sym typeface="Afacad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facad"/>
              <a:buChar char="●"/>
              <a:defRPr b="0" i="0" sz="1400" u="none" cap="none" strike="noStrike">
                <a:solidFill>
                  <a:schemeClr val="dk1"/>
                </a:solidFill>
                <a:latin typeface="Afacad"/>
                <a:ea typeface="Afacad"/>
                <a:cs typeface="Afacad"/>
                <a:sym typeface="Afacad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facad"/>
              <a:buChar char="○"/>
              <a:defRPr b="0" i="0" sz="1400" u="none" cap="none" strike="noStrike">
                <a:solidFill>
                  <a:schemeClr val="dk1"/>
                </a:solidFill>
                <a:latin typeface="Afacad"/>
                <a:ea typeface="Afacad"/>
                <a:cs typeface="Afacad"/>
                <a:sym typeface="Afacad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facad"/>
              <a:buChar char="■"/>
              <a:defRPr b="0" i="0" sz="1400" u="none" cap="none" strike="noStrike">
                <a:solidFill>
                  <a:schemeClr val="dk1"/>
                </a:solidFill>
                <a:latin typeface="Afacad"/>
                <a:ea typeface="Afacad"/>
                <a:cs typeface="Afacad"/>
                <a:sym typeface="Afacad"/>
              </a:defRPr>
            </a:lvl9pPr>
          </a:lstStyle>
          <a:p/>
        </p:txBody>
      </p:sp>
      <p:pic>
        <p:nvPicPr>
          <p:cNvPr id="8" name="Google Shape;8;p8" title="Logo RGB@2x.png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8006748" y="142275"/>
            <a:ext cx="794348" cy="191600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  <p:sldLayoutId id="2147483685" r:id="rId38"/>
    <p:sldLayoutId id="2147483686" r:id="rId39"/>
    <p:sldLayoutId id="2147483687" r:id="rId40"/>
    <p:sldLayoutId id="2147483688" r:id="rId41"/>
    <p:sldLayoutId id="2147483689" r:id="rId42"/>
    <p:sldLayoutId id="2147483690" r:id="rId43"/>
    <p:sldLayoutId id="2147483691" r:id="rId44"/>
    <p:sldLayoutId id="2147483692" r:id="rId45"/>
    <p:sldLayoutId id="2147483693" r:id="rId46"/>
    <p:sldLayoutId id="2147483694" r:id="rId47"/>
    <p:sldLayoutId id="2147483695" r:id="rId48"/>
    <p:sldLayoutId id="2147483696" r:id="rId49"/>
    <p:sldLayoutId id="2147483697" r:id="rId50"/>
    <p:sldLayoutId id="2147483698" r:id="rId51"/>
    <p:sldLayoutId id="2147483699" r:id="rId52"/>
    <p:sldLayoutId id="2147483700" r:id="rId53"/>
    <p:sldLayoutId id="2147483701" r:id="rId54"/>
    <p:sldLayoutId id="2147483702" r:id="rId55"/>
    <p:sldLayoutId id="2147483703" r:id="rId56"/>
    <p:sldLayoutId id="2147483704" r:id="rId57"/>
    <p:sldLayoutId id="2147483705" r:id="rId58"/>
    <p:sldLayoutId id="2147483706" r:id="rId59"/>
    <p:sldLayoutId id="2147483707" r:id="rId60"/>
    <p:sldLayoutId id="2147483708" r:id="rId61"/>
    <p:sldLayoutId id="2147483709" r:id="rId62"/>
    <p:sldLayoutId id="2147483710" r:id="rId63"/>
    <p:sldLayoutId id="2147483711" r:id="rId64"/>
    <p:sldLayoutId id="2147483712" r:id="rId65"/>
    <p:sldLayoutId id="2147483713" r:id="rId66"/>
    <p:sldLayoutId id="2147483714" r:id="rId67"/>
    <p:sldLayoutId id="2147483715" r:id="rId68"/>
    <p:sldLayoutId id="2147483716" r:id="rId69"/>
    <p:sldLayoutId id="2147483717" r:id="rId70"/>
    <p:sldLayoutId id="2147483718" r:id="rId71"/>
    <p:sldLayoutId id="2147483719" r:id="rId7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1"/>
          <p:cNvSpPr txBox="1"/>
          <p:nvPr>
            <p:ph type="ctrTitle"/>
          </p:nvPr>
        </p:nvSpPr>
        <p:spPr>
          <a:xfrm>
            <a:off x="327525" y="2263750"/>
            <a:ext cx="8473500" cy="261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</a:pPr>
            <a:r>
              <a:t/>
            </a:r>
            <a:endParaRPr sz="2800"/>
          </a:p>
        </p:txBody>
      </p:sp>
      <p:sp>
        <p:nvSpPr>
          <p:cNvPr id="264" name="Google Shape;264;p1"/>
          <p:cNvSpPr txBox="1"/>
          <p:nvPr>
            <p:ph idx="1" type="subTitle"/>
          </p:nvPr>
        </p:nvSpPr>
        <p:spPr>
          <a:xfrm>
            <a:off x="327525" y="1254575"/>
            <a:ext cx="84735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 sz="18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2"/>
          <p:cNvSpPr txBox="1"/>
          <p:nvPr>
            <p:ph type="title"/>
          </p:nvPr>
        </p:nvSpPr>
        <p:spPr>
          <a:xfrm>
            <a:off x="342900" y="333875"/>
            <a:ext cx="8458200" cy="88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/>
          </a:p>
        </p:txBody>
      </p:sp>
      <p:sp>
        <p:nvSpPr>
          <p:cNvPr id="270" name="Google Shape;270;p2"/>
          <p:cNvSpPr txBox="1"/>
          <p:nvPr>
            <p:ph idx="1" type="body"/>
          </p:nvPr>
        </p:nvSpPr>
        <p:spPr>
          <a:xfrm>
            <a:off x="342900" y="1152475"/>
            <a:ext cx="8458200" cy="361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800"/>
              <a:buNone/>
            </a:pPr>
            <a:r>
              <a:t/>
            </a:r>
            <a:endParaRPr>
              <a:latin typeface="Afacad"/>
              <a:ea typeface="Afacad"/>
              <a:cs typeface="Afacad"/>
              <a:sym typeface="Afacad"/>
            </a:endParaRPr>
          </a:p>
        </p:txBody>
      </p:sp>
      <p:sp>
        <p:nvSpPr>
          <p:cNvPr id="271" name="Google Shape;271;p2"/>
          <p:cNvSpPr/>
          <p:nvPr/>
        </p:nvSpPr>
        <p:spPr>
          <a:xfrm>
            <a:off x="3967850" y="129675"/>
            <a:ext cx="1080600" cy="204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Syne"/>
              <a:ea typeface="Syne"/>
              <a:cs typeface="Syne"/>
              <a:sym typeface="Syne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4"/>
          <p:cNvSpPr txBox="1"/>
          <p:nvPr>
            <p:ph type="title"/>
          </p:nvPr>
        </p:nvSpPr>
        <p:spPr>
          <a:xfrm>
            <a:off x="342900" y="333875"/>
            <a:ext cx="8458200" cy="88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/>
          </a:p>
        </p:txBody>
      </p:sp>
      <p:sp>
        <p:nvSpPr>
          <p:cNvPr id="277" name="Google Shape;277;p4"/>
          <p:cNvSpPr txBox="1"/>
          <p:nvPr>
            <p:ph idx="1" type="body"/>
          </p:nvPr>
        </p:nvSpPr>
        <p:spPr>
          <a:xfrm>
            <a:off x="342900" y="1152475"/>
            <a:ext cx="8458200" cy="361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800"/>
              <a:buNone/>
            </a:pPr>
            <a:r>
              <a:t/>
            </a:r>
            <a:endParaRPr>
              <a:latin typeface="Afacad"/>
              <a:ea typeface="Afacad"/>
              <a:cs typeface="Afacad"/>
              <a:sym typeface="Afacad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6"/>
          <p:cNvSpPr txBox="1"/>
          <p:nvPr>
            <p:ph idx="4294967295" type="title"/>
          </p:nvPr>
        </p:nvSpPr>
        <p:spPr>
          <a:xfrm>
            <a:off x="342900" y="333875"/>
            <a:ext cx="8458200" cy="88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/>
          </a:p>
        </p:txBody>
      </p:sp>
      <p:sp>
        <p:nvSpPr>
          <p:cNvPr id="283" name="Google Shape;283;p6"/>
          <p:cNvSpPr txBox="1"/>
          <p:nvPr>
            <p:ph idx="4294967295" type="body"/>
          </p:nvPr>
        </p:nvSpPr>
        <p:spPr>
          <a:xfrm>
            <a:off x="342900" y="1152475"/>
            <a:ext cx="8458200" cy="361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800"/>
              <a:buNone/>
            </a:pPr>
            <a:r>
              <a:t/>
            </a:r>
            <a:endParaRPr>
              <a:latin typeface="Afacad"/>
              <a:ea typeface="Afacad"/>
              <a:cs typeface="Afacad"/>
              <a:sym typeface="Afacad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g3c7a02d2bed_0_2"/>
          <p:cNvSpPr txBox="1"/>
          <p:nvPr>
            <p:ph type="title"/>
          </p:nvPr>
        </p:nvSpPr>
        <p:spPr>
          <a:xfrm>
            <a:off x="342900" y="333875"/>
            <a:ext cx="8458200" cy="88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/>
          </a:p>
        </p:txBody>
      </p:sp>
      <p:sp>
        <p:nvSpPr>
          <p:cNvPr id="289" name="Google Shape;289;g3c7a02d2bed_0_2"/>
          <p:cNvSpPr txBox="1"/>
          <p:nvPr>
            <p:ph idx="1" type="body"/>
          </p:nvPr>
        </p:nvSpPr>
        <p:spPr>
          <a:xfrm>
            <a:off x="342900" y="1152475"/>
            <a:ext cx="8458200" cy="361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800"/>
              <a:buNone/>
            </a:pPr>
            <a:r>
              <a:t/>
            </a:r>
            <a:endParaRPr>
              <a:latin typeface="Afacad"/>
              <a:ea typeface="Afacad"/>
              <a:cs typeface="Afacad"/>
              <a:sym typeface="Afacad"/>
            </a:endParaRPr>
          </a:p>
        </p:txBody>
      </p:sp>
      <p:sp>
        <p:nvSpPr>
          <p:cNvPr id="290" name="Google Shape;290;g3c7a02d2bed_0_2"/>
          <p:cNvSpPr/>
          <p:nvPr/>
        </p:nvSpPr>
        <p:spPr>
          <a:xfrm>
            <a:off x="3967850" y="129675"/>
            <a:ext cx="1080600" cy="204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Syne"/>
              <a:ea typeface="Syne"/>
              <a:cs typeface="Syne"/>
              <a:sym typeface="Syne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g3c7a02d2bed_0_8"/>
          <p:cNvSpPr txBox="1"/>
          <p:nvPr>
            <p:ph type="title"/>
          </p:nvPr>
        </p:nvSpPr>
        <p:spPr>
          <a:xfrm>
            <a:off x="342900" y="333875"/>
            <a:ext cx="8458200" cy="88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/>
          </a:p>
        </p:txBody>
      </p:sp>
      <p:sp>
        <p:nvSpPr>
          <p:cNvPr id="296" name="Google Shape;296;g3c7a02d2bed_0_8"/>
          <p:cNvSpPr txBox="1"/>
          <p:nvPr>
            <p:ph idx="1" type="body"/>
          </p:nvPr>
        </p:nvSpPr>
        <p:spPr>
          <a:xfrm>
            <a:off x="342900" y="1152475"/>
            <a:ext cx="8458200" cy="361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800"/>
              <a:buNone/>
            </a:pPr>
            <a:r>
              <a:t/>
            </a:r>
            <a:endParaRPr>
              <a:latin typeface="Afacad"/>
              <a:ea typeface="Afacad"/>
              <a:cs typeface="Afacad"/>
              <a:sym typeface="Afacad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g3c7a02d2bed_0_13"/>
          <p:cNvSpPr txBox="1"/>
          <p:nvPr>
            <p:ph idx="4294967295" type="title"/>
          </p:nvPr>
        </p:nvSpPr>
        <p:spPr>
          <a:xfrm>
            <a:off x="342900" y="333875"/>
            <a:ext cx="8458200" cy="88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/>
          </a:p>
        </p:txBody>
      </p:sp>
      <p:sp>
        <p:nvSpPr>
          <p:cNvPr id="302" name="Google Shape;302;g3c7a02d2bed_0_13"/>
          <p:cNvSpPr txBox="1"/>
          <p:nvPr>
            <p:ph idx="4294967295" type="body"/>
          </p:nvPr>
        </p:nvSpPr>
        <p:spPr>
          <a:xfrm>
            <a:off x="342900" y="1152475"/>
            <a:ext cx="8458200" cy="361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800"/>
              <a:buNone/>
            </a:pPr>
            <a:r>
              <a:t/>
            </a:r>
            <a:endParaRPr>
              <a:latin typeface="Afacad"/>
              <a:ea typeface="Afacad"/>
              <a:cs typeface="Afacad"/>
              <a:sym typeface="Afacad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g3c7a02d2bed_0_18"/>
          <p:cNvSpPr txBox="1"/>
          <p:nvPr>
            <p:ph type="title"/>
          </p:nvPr>
        </p:nvSpPr>
        <p:spPr>
          <a:xfrm>
            <a:off x="342900" y="333875"/>
            <a:ext cx="8458200" cy="88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/>
          </a:p>
        </p:txBody>
      </p:sp>
      <p:sp>
        <p:nvSpPr>
          <p:cNvPr id="308" name="Google Shape;308;g3c7a02d2bed_0_18"/>
          <p:cNvSpPr txBox="1"/>
          <p:nvPr>
            <p:ph idx="1" type="body"/>
          </p:nvPr>
        </p:nvSpPr>
        <p:spPr>
          <a:xfrm>
            <a:off x="342900" y="1152475"/>
            <a:ext cx="8458200" cy="361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800"/>
              <a:buNone/>
            </a:pPr>
            <a:r>
              <a:t/>
            </a:r>
            <a:endParaRPr>
              <a:latin typeface="Afacad"/>
              <a:ea typeface="Afacad"/>
              <a:cs typeface="Afacad"/>
              <a:sym typeface="Afacad"/>
            </a:endParaRPr>
          </a:p>
        </p:txBody>
      </p:sp>
      <p:sp>
        <p:nvSpPr>
          <p:cNvPr id="309" name="Google Shape;309;g3c7a02d2bed_0_18"/>
          <p:cNvSpPr/>
          <p:nvPr/>
        </p:nvSpPr>
        <p:spPr>
          <a:xfrm>
            <a:off x="3967850" y="129675"/>
            <a:ext cx="1080600" cy="204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Syne"/>
              <a:ea typeface="Syne"/>
              <a:cs typeface="Syne"/>
              <a:sym typeface="Syne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g3c7a02d2bed_0_24"/>
          <p:cNvSpPr txBox="1"/>
          <p:nvPr>
            <p:ph type="title"/>
          </p:nvPr>
        </p:nvSpPr>
        <p:spPr>
          <a:xfrm>
            <a:off x="342900" y="333875"/>
            <a:ext cx="8458200" cy="88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/>
          </a:p>
        </p:txBody>
      </p:sp>
      <p:sp>
        <p:nvSpPr>
          <p:cNvPr id="315" name="Google Shape;315;g3c7a02d2bed_0_24"/>
          <p:cNvSpPr txBox="1"/>
          <p:nvPr>
            <p:ph idx="1" type="body"/>
          </p:nvPr>
        </p:nvSpPr>
        <p:spPr>
          <a:xfrm>
            <a:off x="342900" y="1152475"/>
            <a:ext cx="8458200" cy="361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800"/>
              <a:buNone/>
            </a:pPr>
            <a:r>
              <a:t/>
            </a:r>
            <a:endParaRPr>
              <a:latin typeface="Afacad"/>
              <a:ea typeface="Afacad"/>
              <a:cs typeface="Afacad"/>
              <a:sym typeface="Afacad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g3c7a02d2bed_0_29"/>
          <p:cNvSpPr txBox="1"/>
          <p:nvPr>
            <p:ph idx="4294967295" type="title"/>
          </p:nvPr>
        </p:nvSpPr>
        <p:spPr>
          <a:xfrm>
            <a:off x="342900" y="333875"/>
            <a:ext cx="8458200" cy="88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/>
          </a:p>
        </p:txBody>
      </p:sp>
      <p:sp>
        <p:nvSpPr>
          <p:cNvPr id="321" name="Google Shape;321;g3c7a02d2bed_0_29"/>
          <p:cNvSpPr txBox="1"/>
          <p:nvPr>
            <p:ph idx="4294967295" type="body"/>
          </p:nvPr>
        </p:nvSpPr>
        <p:spPr>
          <a:xfrm>
            <a:off x="342900" y="1152475"/>
            <a:ext cx="8458200" cy="361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800"/>
              <a:buNone/>
            </a:pPr>
            <a:r>
              <a:t/>
            </a:r>
            <a:endParaRPr>
              <a:latin typeface="Afacad"/>
              <a:ea typeface="Afacad"/>
              <a:cs typeface="Afacad"/>
              <a:sym typeface="Afacad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g3c7a02d2bed_0_34"/>
          <p:cNvSpPr txBox="1"/>
          <p:nvPr>
            <p:ph type="title"/>
          </p:nvPr>
        </p:nvSpPr>
        <p:spPr>
          <a:xfrm>
            <a:off x="342900" y="333875"/>
            <a:ext cx="8458200" cy="88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/>
          </a:p>
        </p:txBody>
      </p:sp>
      <p:sp>
        <p:nvSpPr>
          <p:cNvPr id="327" name="Google Shape;327;g3c7a02d2bed_0_34"/>
          <p:cNvSpPr txBox="1"/>
          <p:nvPr>
            <p:ph idx="1" type="body"/>
          </p:nvPr>
        </p:nvSpPr>
        <p:spPr>
          <a:xfrm>
            <a:off x="342900" y="1152475"/>
            <a:ext cx="8458200" cy="361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800"/>
              <a:buNone/>
            </a:pPr>
            <a:r>
              <a:t/>
            </a:r>
            <a:endParaRPr>
              <a:latin typeface="Afacad"/>
              <a:ea typeface="Afacad"/>
              <a:cs typeface="Afacad"/>
              <a:sym typeface="Afacad"/>
            </a:endParaRPr>
          </a:p>
        </p:txBody>
      </p:sp>
      <p:sp>
        <p:nvSpPr>
          <p:cNvPr id="328" name="Google Shape;328;g3c7a02d2bed_0_34"/>
          <p:cNvSpPr/>
          <p:nvPr/>
        </p:nvSpPr>
        <p:spPr>
          <a:xfrm>
            <a:off x="3967850" y="129675"/>
            <a:ext cx="1080600" cy="204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Syne"/>
              <a:ea typeface="Syne"/>
              <a:cs typeface="Syne"/>
              <a:sym typeface="Syne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g3c7a02d2bed_0_40"/>
          <p:cNvSpPr txBox="1"/>
          <p:nvPr>
            <p:ph type="title"/>
          </p:nvPr>
        </p:nvSpPr>
        <p:spPr>
          <a:xfrm>
            <a:off x="342900" y="333875"/>
            <a:ext cx="8458200" cy="88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/>
          </a:p>
        </p:txBody>
      </p:sp>
      <p:sp>
        <p:nvSpPr>
          <p:cNvPr id="334" name="Google Shape;334;g3c7a02d2bed_0_40"/>
          <p:cNvSpPr txBox="1"/>
          <p:nvPr>
            <p:ph idx="1" type="body"/>
          </p:nvPr>
        </p:nvSpPr>
        <p:spPr>
          <a:xfrm>
            <a:off x="342900" y="1152475"/>
            <a:ext cx="8458200" cy="361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800"/>
              <a:buNone/>
            </a:pPr>
            <a:r>
              <a:t/>
            </a:r>
            <a:endParaRPr>
              <a:latin typeface="Afacad"/>
              <a:ea typeface="Afacad"/>
              <a:cs typeface="Afacad"/>
              <a:sym typeface="Afacad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Renessai_2025_template_v1">
  <a:themeElements>
    <a:clrScheme name="Simple Light">
      <a:dk1>
        <a:srgbClr val="081F09"/>
      </a:dk1>
      <a:lt1>
        <a:srgbClr val="FFFFFF"/>
      </a:lt1>
      <a:dk2>
        <a:srgbClr val="244231"/>
      </a:dk2>
      <a:lt2>
        <a:srgbClr val="D6D1CA"/>
      </a:lt2>
      <a:accent1>
        <a:srgbClr val="EAFF01"/>
      </a:accent1>
      <a:accent2>
        <a:srgbClr val="0D1F08"/>
      </a:accent2>
      <a:accent3>
        <a:srgbClr val="BBF92B"/>
      </a:accent3>
      <a:accent4>
        <a:srgbClr val="7EBC00"/>
      </a:accent4>
      <a:accent5>
        <a:srgbClr val="346D55"/>
      </a:accent5>
      <a:accent6>
        <a:srgbClr val="264634"/>
      </a:accent6>
      <a:hlink>
        <a:srgbClr val="7EBC00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