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Syne ExtraBold"/>
      <p:bold r:id="rId19"/>
    </p:embeddedFont>
    <p:embeddedFont>
      <p:font typeface="Syne"/>
      <p:regular r:id="rId20"/>
      <p:bold r:id="rId21"/>
    </p:embeddedFont>
    <p:embeddedFont>
      <p:font typeface="Syne Medium"/>
      <p:regular r:id="rId22"/>
      <p:bold r:id="rId23"/>
    </p:embeddedFont>
    <p:embeddedFont>
      <p:font typeface="Afacad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8" roundtripDataSignature="AMtx7mhYcaG2aO4EL/ZB9k7eDcu95/WK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20" Type="http://schemas.openxmlformats.org/officeDocument/2006/relationships/font" Target="fonts/Syne-regular.fntdata"/><Relationship Id="rId22" Type="http://schemas.openxmlformats.org/officeDocument/2006/relationships/font" Target="fonts/SyneMedium-regular.fntdata"/><Relationship Id="rId21" Type="http://schemas.openxmlformats.org/officeDocument/2006/relationships/font" Target="fonts/Syne-bold.fntdata"/><Relationship Id="rId24" Type="http://schemas.openxmlformats.org/officeDocument/2006/relationships/font" Target="fonts/Afacad-regular.fntdata"/><Relationship Id="rId23" Type="http://schemas.openxmlformats.org/officeDocument/2006/relationships/font" Target="fonts/SyneMedium-bold.fntdata"/><Relationship Id="rId26" Type="http://schemas.openxmlformats.org/officeDocument/2006/relationships/font" Target="fonts/Afacad-italic.fntdata"/><Relationship Id="rId25" Type="http://schemas.openxmlformats.org/officeDocument/2006/relationships/font" Target="fonts/Afacad-bold.fntdata"/><Relationship Id="rId28" Type="http://customschemas.google.com/relationships/presentationmetadata" Target="metadata"/><Relationship Id="rId27" Type="http://schemas.openxmlformats.org/officeDocument/2006/relationships/font" Target="fonts/Afacad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SyneExtraBold-bold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7a02d2bed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g3c7a02d2bed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7a02d2bed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g3c7a02d2bed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c7a02d2bed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g3c7a02d2bed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c7a02d2be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g3c7a02d2be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c7a02d2bed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2" name="Google Shape;312;g3c7a02d2bed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c7a02d2bed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g3c7a02d2bed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c7a02d2be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g3c7a02d2be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c7a02d2bed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g3c7a02d2bed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c7a02d2bed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g3c7a02d2bed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grid1">
  <p:cSld name="TITLE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9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9"/>
          <p:cNvSpPr txBox="1"/>
          <p:nvPr>
            <p:ph type="ctrTitle"/>
          </p:nvPr>
        </p:nvSpPr>
        <p:spPr>
          <a:xfrm>
            <a:off x="327525" y="2263750"/>
            <a:ext cx="8473500" cy="26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2" name="Google Shape;12;p9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sand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grid1">
  <p:cSld name="MAIN_POINT_4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1" title="perspective_lightgreen.png"/>
          <p:cNvPicPr preferRelativeResize="0"/>
          <p:nvPr/>
        </p:nvPicPr>
        <p:blipFill rotWithShape="1">
          <a:blip r:embed="rId2">
            <a:alphaModFix amt="3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1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green">
  <p:cSld name="TITLE_AND_BODY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12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12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dots">
  <p:cSld name="SECTION_HEADER_3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13" title="dots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13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grid2">
  <p:cSld name="TITLE_2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14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4"/>
          <p:cNvSpPr txBox="1"/>
          <p:nvPr>
            <p:ph type="ctrTitle"/>
          </p:nvPr>
        </p:nvSpPr>
        <p:spPr>
          <a:xfrm>
            <a:off x="327525" y="2276100"/>
            <a:ext cx="8473500" cy="26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29" name="Google Shape;29;p14"/>
          <p:cNvSpPr txBox="1"/>
          <p:nvPr>
            <p:ph idx="1" type="subTitle"/>
          </p:nvPr>
        </p:nvSpPr>
        <p:spPr>
          <a:xfrm>
            <a:off x="327525" y="1254575"/>
            <a:ext cx="85047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grid1" type="title">
  <p:cSld name="TITLE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5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15"/>
          <p:cNvSpPr txBox="1"/>
          <p:nvPr>
            <p:ph type="ctrTitle"/>
          </p:nvPr>
        </p:nvSpPr>
        <p:spPr>
          <a:xfrm>
            <a:off x="342900" y="2177125"/>
            <a:ext cx="8353800" cy="272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33" name="Google Shape;33;p15"/>
          <p:cNvSpPr txBox="1"/>
          <p:nvPr>
            <p:ph idx="1" type="subTitle"/>
          </p:nvPr>
        </p:nvSpPr>
        <p:spPr>
          <a:xfrm>
            <a:off x="342900" y="1254575"/>
            <a:ext cx="84894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grid2">
  <p:cSld name="TITLE_4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16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16"/>
          <p:cNvSpPr txBox="1"/>
          <p:nvPr>
            <p:ph type="ctrTitle"/>
          </p:nvPr>
        </p:nvSpPr>
        <p:spPr>
          <a:xfrm>
            <a:off x="342900" y="2189500"/>
            <a:ext cx="8458200" cy="270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37" name="Google Shape;37;p16"/>
          <p:cNvSpPr txBox="1"/>
          <p:nvPr>
            <p:ph idx="1" type="subTitle"/>
          </p:nvPr>
        </p:nvSpPr>
        <p:spPr>
          <a:xfrm>
            <a:off x="342900" y="1254575"/>
            <a:ext cx="84894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dots">
  <p:cSld name="TITLE_3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7" title="dots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17"/>
          <p:cNvSpPr txBox="1"/>
          <p:nvPr>
            <p:ph type="ctrTitle"/>
          </p:nvPr>
        </p:nvSpPr>
        <p:spPr>
          <a:xfrm>
            <a:off x="342900" y="2189500"/>
            <a:ext cx="8458200" cy="27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41" name="Google Shape;41;p17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">
  <p:cSld name="TITLE_3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8"/>
          <p:cNvSpPr txBox="1"/>
          <p:nvPr>
            <p:ph type="ctrTitle"/>
          </p:nvPr>
        </p:nvSpPr>
        <p:spPr>
          <a:xfrm>
            <a:off x="342900" y="2189500"/>
            <a:ext cx="8458200" cy="27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44" name="Google Shape;44;p18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half picture lens">
  <p:cSld name="TITLE_3_1_1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19" title="Telescope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19"/>
          <p:cNvSpPr txBox="1"/>
          <p:nvPr>
            <p:ph type="ctrTitle"/>
          </p:nvPr>
        </p:nvSpPr>
        <p:spPr>
          <a:xfrm>
            <a:off x="342900" y="2189500"/>
            <a:ext cx="4080600" cy="27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4400"/>
              <a:buFont typeface="Syne ExtraBold"/>
              <a:buNone/>
              <a:defRPr sz="44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48" name="Google Shape;48;p19"/>
          <p:cNvSpPr txBox="1"/>
          <p:nvPr>
            <p:ph idx="1" type="subTitle"/>
          </p:nvPr>
        </p:nvSpPr>
        <p:spPr>
          <a:xfrm>
            <a:off x="342900" y="1254575"/>
            <a:ext cx="408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  <p:pic>
        <p:nvPicPr>
          <p:cNvPr id="49" name="Google Shape;49;p19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515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with body half picture lens">
  <p:cSld name="TITLE_3_1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20" title="Telescope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20"/>
          <p:cNvSpPr txBox="1"/>
          <p:nvPr>
            <p:ph type="ctrTitle"/>
          </p:nvPr>
        </p:nvSpPr>
        <p:spPr>
          <a:xfrm>
            <a:off x="342900" y="142225"/>
            <a:ext cx="4080600" cy="16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  <p:pic>
        <p:nvPicPr>
          <p:cNvPr id="53" name="Google Shape;53;p20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0"/>
          <p:cNvSpPr txBox="1"/>
          <p:nvPr>
            <p:ph idx="1" type="body"/>
          </p:nvPr>
        </p:nvSpPr>
        <p:spPr>
          <a:xfrm>
            <a:off x="342900" y="1947550"/>
            <a:ext cx="4080600" cy="28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with body half picture lens 1">
  <p:cSld name="TITLE_3_1_1_1_1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21" title="Armillary sphere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21"/>
          <p:cNvSpPr txBox="1"/>
          <p:nvPr>
            <p:ph type="ctrTitle"/>
          </p:nvPr>
        </p:nvSpPr>
        <p:spPr>
          <a:xfrm>
            <a:off x="342900" y="142225"/>
            <a:ext cx="4052400" cy="16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  <p:sp>
        <p:nvSpPr>
          <p:cNvPr id="58" name="Google Shape;58;p21"/>
          <p:cNvSpPr txBox="1"/>
          <p:nvPr>
            <p:ph idx="1" type="body"/>
          </p:nvPr>
        </p:nvSpPr>
        <p:spPr>
          <a:xfrm>
            <a:off x="342900" y="1947550"/>
            <a:ext cx="4052400" cy="28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59" name="Google Shape;59;p21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68623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grid1">
  <p:cSld name="TITLE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22" title="perspective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2"/>
          <p:cNvSpPr txBox="1"/>
          <p:nvPr>
            <p:ph type="ctrTitle"/>
          </p:nvPr>
        </p:nvSpPr>
        <p:spPr>
          <a:xfrm>
            <a:off x="327525" y="2251375"/>
            <a:ext cx="8473500" cy="26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63" name="Google Shape;63;p22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64" name="Google Shape;64;p22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grid2">
  <p:cSld name="TITLE_1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23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3"/>
          <p:cNvSpPr txBox="1"/>
          <p:nvPr>
            <p:ph type="ctrTitle"/>
          </p:nvPr>
        </p:nvSpPr>
        <p:spPr>
          <a:xfrm>
            <a:off x="327525" y="2251375"/>
            <a:ext cx="84735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68" name="Google Shape;68;p23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69" name="Google Shape;69;p23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674" y="142223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dots">
  <p:cSld name="TITLE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24" title="dots_white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4"/>
          <p:cNvSpPr txBox="1"/>
          <p:nvPr>
            <p:ph type="ctrTitle"/>
          </p:nvPr>
        </p:nvSpPr>
        <p:spPr>
          <a:xfrm>
            <a:off x="342900" y="2263725"/>
            <a:ext cx="8458200" cy="26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3" name="Google Shape;73;p24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74" name="Google Shape;74;p24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">
  <p:cSld name="TITLE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5"/>
          <p:cNvSpPr txBox="1"/>
          <p:nvPr>
            <p:ph type="ctrTitle"/>
          </p:nvPr>
        </p:nvSpPr>
        <p:spPr>
          <a:xfrm>
            <a:off x="342900" y="2251375"/>
            <a:ext cx="8458200" cy="26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7" name="Google Shape;77;p25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78" name="Google Shape;78;p25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half picture box">
  <p:cSld name="TITLE_1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6" title="Box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6"/>
          <p:cNvSpPr txBox="1"/>
          <p:nvPr>
            <p:ph type="ctrTitle"/>
          </p:nvPr>
        </p:nvSpPr>
        <p:spPr>
          <a:xfrm>
            <a:off x="342900" y="2251375"/>
            <a:ext cx="4089900" cy="26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400"/>
              <a:buFont typeface="Syne ExtraBold"/>
              <a:buNone/>
              <a:defRPr sz="44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2" name="Google Shape;82;p26"/>
          <p:cNvSpPr txBox="1"/>
          <p:nvPr>
            <p:ph idx="1" type="subTitle"/>
          </p:nvPr>
        </p:nvSpPr>
        <p:spPr>
          <a:xfrm>
            <a:off x="342900" y="1254575"/>
            <a:ext cx="40899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83" name="Google Shape;83;p26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Info grid2">
  <p:cSld name="TITLE_2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7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27"/>
          <p:cNvSpPr txBox="1"/>
          <p:nvPr/>
        </p:nvSpPr>
        <p:spPr>
          <a:xfrm>
            <a:off x="316900" y="1818575"/>
            <a:ext cx="4676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" sz="2800" u="none" cap="none" strike="noStrike">
                <a:solidFill>
                  <a:schemeClr val="dk1"/>
                </a:solidFill>
                <a:latin typeface="Syne ExtraBold"/>
                <a:ea typeface="Syne ExtraBold"/>
                <a:cs typeface="Syne ExtraBold"/>
                <a:sym typeface="Syne ExtraBold"/>
              </a:rPr>
              <a:t>Contact for more info</a:t>
            </a:r>
            <a:endParaRPr b="0" i="0" sz="2800" u="none" cap="none" strike="noStrike">
              <a:solidFill>
                <a:schemeClr val="dk1"/>
              </a:solidFill>
              <a:latin typeface="Syne ExtraBold"/>
              <a:ea typeface="Syne ExtraBold"/>
              <a:cs typeface="Syne ExtraBold"/>
              <a:sym typeface="Syne ExtraBold"/>
            </a:endParaRPr>
          </a:p>
        </p:txBody>
      </p:sp>
      <p:sp>
        <p:nvSpPr>
          <p:cNvPr id="87" name="Google Shape;87;p27"/>
          <p:cNvSpPr txBox="1"/>
          <p:nvPr/>
        </p:nvSpPr>
        <p:spPr>
          <a:xfrm>
            <a:off x="316900" y="1025975"/>
            <a:ext cx="84843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081F09"/>
                </a:solidFill>
                <a:latin typeface="Syne"/>
                <a:ea typeface="Syne"/>
                <a:cs typeface="Syne"/>
                <a:sym typeface="Syne"/>
              </a:rPr>
              <a:t>Think Beyond AI</a:t>
            </a:r>
            <a:endParaRPr b="1" i="0" sz="1600" u="none" cap="none" strike="noStrike">
              <a:solidFill>
                <a:srgbClr val="081F09"/>
              </a:solidFill>
              <a:latin typeface="Syne"/>
              <a:ea typeface="Syne"/>
              <a:cs typeface="Syne"/>
              <a:sym typeface="Syne"/>
            </a:endParaRPr>
          </a:p>
        </p:txBody>
      </p:sp>
      <p:sp>
        <p:nvSpPr>
          <p:cNvPr id="88" name="Google Shape;88;p27"/>
          <p:cNvSpPr txBox="1"/>
          <p:nvPr>
            <p:ph idx="1" type="body"/>
          </p:nvPr>
        </p:nvSpPr>
        <p:spPr>
          <a:xfrm>
            <a:off x="1299900" y="2880400"/>
            <a:ext cx="3232800" cy="78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9pPr>
          </a:lstStyle>
          <a:p/>
        </p:txBody>
      </p:sp>
      <p:sp>
        <p:nvSpPr>
          <p:cNvPr id="89" name="Google Shape;89;p27"/>
          <p:cNvSpPr/>
          <p:nvPr>
            <p:ph idx="2" type="pic"/>
          </p:nvPr>
        </p:nvSpPr>
        <p:spPr>
          <a:xfrm>
            <a:off x="316911" y="2834500"/>
            <a:ext cx="877200" cy="877200"/>
          </a:xfrm>
          <a:prstGeom prst="ellipse">
            <a:avLst/>
          </a:prstGeom>
          <a:noFill/>
          <a:ln>
            <a:noFill/>
          </a:ln>
        </p:spPr>
      </p:sp>
      <p:sp>
        <p:nvSpPr>
          <p:cNvPr id="90" name="Google Shape;90;p27"/>
          <p:cNvSpPr txBox="1"/>
          <p:nvPr>
            <p:ph idx="3" type="body"/>
          </p:nvPr>
        </p:nvSpPr>
        <p:spPr>
          <a:xfrm>
            <a:off x="5568350" y="2880400"/>
            <a:ext cx="3232800" cy="78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9pPr>
          </a:lstStyle>
          <a:p/>
        </p:txBody>
      </p:sp>
      <p:sp>
        <p:nvSpPr>
          <p:cNvPr id="91" name="Google Shape;91;p27"/>
          <p:cNvSpPr/>
          <p:nvPr>
            <p:ph idx="4" type="pic"/>
          </p:nvPr>
        </p:nvSpPr>
        <p:spPr>
          <a:xfrm>
            <a:off x="4611923" y="2834500"/>
            <a:ext cx="877200" cy="877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dots">
  <p:cSld name="TITLE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8" title="dots_dark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8"/>
          <p:cNvSpPr txBox="1"/>
          <p:nvPr>
            <p:ph type="ctrTitle"/>
          </p:nvPr>
        </p:nvSpPr>
        <p:spPr>
          <a:xfrm>
            <a:off x="327525" y="2263725"/>
            <a:ext cx="84735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95" name="Google Shape;95;p28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">
  <p:cSld name="TITLE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9"/>
          <p:cNvSpPr txBox="1"/>
          <p:nvPr>
            <p:ph type="ctrTitle"/>
          </p:nvPr>
        </p:nvSpPr>
        <p:spPr>
          <a:xfrm>
            <a:off x="327525" y="2263725"/>
            <a:ext cx="8473500" cy="26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98" name="Google Shape;98;p29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grid1" type="secHead">
  <p:cSld name="SECTION_HEADER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30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30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grid2">
  <p:cSld name="SECTION_HEADER_4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31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31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">
  <p:cSld name="SECTION_HEADER_3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2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grid1">
  <p:cSld name="SECTION_HEADER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3" title="perspective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3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10" name="Google Shape;110;p33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x2 body with. subheader green grid1">
  <p:cSld name="SECTION_HEADER_1_3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4" title="perspective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4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34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15" name="Google Shape;115;p34"/>
          <p:cNvSpPr txBox="1"/>
          <p:nvPr>
            <p:ph idx="1" type="body"/>
          </p:nvPr>
        </p:nvSpPr>
        <p:spPr>
          <a:xfrm>
            <a:off x="342900" y="2127629"/>
            <a:ext cx="3751800" cy="23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16" name="Google Shape;116;p34"/>
          <p:cNvSpPr txBox="1"/>
          <p:nvPr>
            <p:ph idx="2" type="body"/>
          </p:nvPr>
        </p:nvSpPr>
        <p:spPr>
          <a:xfrm>
            <a:off x="5049299" y="2127629"/>
            <a:ext cx="3751800" cy="23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17" name="Google Shape;117;p34"/>
          <p:cNvSpPr txBox="1"/>
          <p:nvPr>
            <p:ph idx="3" type="subTitle"/>
          </p:nvPr>
        </p:nvSpPr>
        <p:spPr>
          <a:xfrm>
            <a:off x="342900" y="1670050"/>
            <a:ext cx="37518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  <p:sp>
        <p:nvSpPr>
          <p:cNvPr id="118" name="Google Shape;118;p34"/>
          <p:cNvSpPr txBox="1"/>
          <p:nvPr>
            <p:ph idx="4" type="subTitle"/>
          </p:nvPr>
        </p:nvSpPr>
        <p:spPr>
          <a:xfrm>
            <a:off x="5049299" y="1670050"/>
            <a:ext cx="37518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grid2">
  <p:cSld name="SECTION_HEADER_1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5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5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22" name="Google Shape;122;p35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dots">
  <p:cSld name="SECTION_HEADER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36" title="dots_white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36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26" name="Google Shape;126;p36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">
  <p:cSld name="SECTION_HEADER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7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29" name="Google Shape;129;p37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grid1">
  <p:cSld name="SECTION_HEADER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8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38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x2 body with subheader lime grid1">
  <p:cSld name="SECTION_HEADER_2_3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39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9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6" name="Google Shape;136;p39"/>
          <p:cNvSpPr txBox="1"/>
          <p:nvPr>
            <p:ph idx="1" type="body"/>
          </p:nvPr>
        </p:nvSpPr>
        <p:spPr>
          <a:xfrm>
            <a:off x="342900" y="2127625"/>
            <a:ext cx="3751800" cy="23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7" name="Google Shape;137;p39"/>
          <p:cNvSpPr txBox="1"/>
          <p:nvPr>
            <p:ph idx="2" type="subTitle"/>
          </p:nvPr>
        </p:nvSpPr>
        <p:spPr>
          <a:xfrm>
            <a:off x="342900" y="1670050"/>
            <a:ext cx="37518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8" name="Google Shape;138;p39"/>
          <p:cNvSpPr txBox="1"/>
          <p:nvPr>
            <p:ph idx="3" type="subTitle"/>
          </p:nvPr>
        </p:nvSpPr>
        <p:spPr>
          <a:xfrm>
            <a:off x="5145600" y="1670050"/>
            <a:ext cx="36555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9" name="Google Shape;139;p39"/>
          <p:cNvSpPr txBox="1"/>
          <p:nvPr>
            <p:ph idx="4" type="body"/>
          </p:nvPr>
        </p:nvSpPr>
        <p:spPr>
          <a:xfrm>
            <a:off x="5049400" y="2127625"/>
            <a:ext cx="3751800" cy="23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grid2">
  <p:cSld name="SECTION_HEADER_2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40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0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dots">
  <p:cSld name="SECTION_HEADER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41" title="dots_dark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41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">
  <p:cSld name="SECTION_HEADER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2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full picture statue">
  <p:cSld name="SECTION_HEADER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3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Syne Medium"/>
              <a:buNone/>
              <a:defRPr sz="3600">
                <a:solidFill>
                  <a:schemeClr val="lt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150" name="Google Shape;150;p43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full picture lens">
  <p:cSld name="SECTION_HEADER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4"/>
          <p:cNvSpPr txBox="1"/>
          <p:nvPr>
            <p:ph type="title"/>
          </p:nvPr>
        </p:nvSpPr>
        <p:spPr>
          <a:xfrm>
            <a:off x="342900" y="2057400"/>
            <a:ext cx="8489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Syne Medium"/>
              <a:buNone/>
              <a:defRPr sz="3600">
                <a:solidFill>
                  <a:schemeClr val="lt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153" name="Google Shape;153;p44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full picture ceiling">
  <p:cSld name="SECTION_HEADER_2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5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Syne Medium"/>
              <a:buNone/>
              <a:defRPr sz="3600">
                <a:solidFill>
                  <a:schemeClr val="lt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yellow">
  <p:cSld name="TITLE_AND_BODY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46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8" name="Google Shape;158;p46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mask picture">
  <p:cSld name="TITLE_AND_BODY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47" title="Mask@0.5x.jpg"/>
          <p:cNvPicPr preferRelativeResize="0"/>
          <p:nvPr/>
        </p:nvPicPr>
        <p:blipFill rotWithShape="1">
          <a:blip r:embed="rId2">
            <a:alphaModFix/>
          </a:blip>
          <a:srcRect b="0" l="8641" r="25546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7"/>
          <p:cNvSpPr txBox="1"/>
          <p:nvPr>
            <p:ph type="title"/>
          </p:nvPr>
        </p:nvSpPr>
        <p:spPr>
          <a:xfrm>
            <a:off x="342900" y="333875"/>
            <a:ext cx="76365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2" name="Google Shape;162;p47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63" name="Google Shape;163;p47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statue picture">
  <p:cSld name="TITLE_AND_BODY_2_1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48" title="Statue woman@0.5x.jpg"/>
          <p:cNvPicPr preferRelativeResize="0"/>
          <p:nvPr/>
        </p:nvPicPr>
        <p:blipFill rotWithShape="1">
          <a:blip r:embed="rId2">
            <a:alphaModFix/>
          </a:blip>
          <a:srcRect b="0" l="11932" r="22252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48"/>
          <p:cNvSpPr txBox="1"/>
          <p:nvPr>
            <p:ph type="title"/>
          </p:nvPr>
        </p:nvSpPr>
        <p:spPr>
          <a:xfrm>
            <a:off x="92400" y="333875"/>
            <a:ext cx="73770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7" name="Google Shape;167;p48"/>
          <p:cNvSpPr txBox="1"/>
          <p:nvPr>
            <p:ph idx="1" type="body"/>
          </p:nvPr>
        </p:nvSpPr>
        <p:spPr>
          <a:xfrm>
            <a:off x="92400" y="1152475"/>
            <a:ext cx="59880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68" name="Google Shape;168;p48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lens picture">
  <p:cSld name="TITLE_AND_BODY_2_1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49" title="Telescope@0.5x.jpg"/>
          <p:cNvPicPr preferRelativeResize="0"/>
          <p:nvPr/>
        </p:nvPicPr>
        <p:blipFill rotWithShape="1">
          <a:blip r:embed="rId2">
            <a:alphaModFix/>
          </a:blip>
          <a:srcRect b="0" l="12479" r="21699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49"/>
          <p:cNvSpPr txBox="1"/>
          <p:nvPr>
            <p:ph type="title"/>
          </p:nvPr>
        </p:nvSpPr>
        <p:spPr>
          <a:xfrm>
            <a:off x="342900" y="333875"/>
            <a:ext cx="71013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2" name="Google Shape;172;p49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73" name="Google Shape;173;p49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hand picture">
  <p:cSld name="TITLE_AND_BODY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50" title="Hand@0.5x.jpg"/>
          <p:cNvPicPr preferRelativeResize="0"/>
          <p:nvPr/>
        </p:nvPicPr>
        <p:blipFill rotWithShape="1">
          <a:blip r:embed="rId2">
            <a:alphaModFix/>
          </a:blip>
          <a:srcRect b="0" l="8732" r="25450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50"/>
          <p:cNvSpPr txBox="1"/>
          <p:nvPr>
            <p:ph type="title"/>
          </p:nvPr>
        </p:nvSpPr>
        <p:spPr>
          <a:xfrm>
            <a:off x="342900" y="333875"/>
            <a:ext cx="73566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7" name="Google Shape;177;p50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78" name="Google Shape;178;p50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8" y="1467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sphere picture">
  <p:cSld name="TITLE_AND_BODY_2_1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51" title="Armillary sphere@0.5x.jpg"/>
          <p:cNvPicPr preferRelativeResize="0"/>
          <p:nvPr/>
        </p:nvPicPr>
        <p:blipFill rotWithShape="1">
          <a:blip r:embed="rId2">
            <a:alphaModFix/>
          </a:blip>
          <a:srcRect b="0" l="11103" r="23075" t="0"/>
          <a:stretch/>
        </p:blipFill>
        <p:spPr>
          <a:xfrm>
            <a:off x="0" y="-43325"/>
            <a:ext cx="9143997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51"/>
          <p:cNvSpPr txBox="1"/>
          <p:nvPr>
            <p:ph type="title"/>
          </p:nvPr>
        </p:nvSpPr>
        <p:spPr>
          <a:xfrm>
            <a:off x="342900" y="333875"/>
            <a:ext cx="72294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2" name="Google Shape;182;p51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83" name="Google Shape;183;p51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8" y="1467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bird picture">
  <p:cSld name="TITLE_AND_BODY_2_1_1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52" title="Bird@0.5x.jpg"/>
          <p:cNvPicPr preferRelativeResize="0"/>
          <p:nvPr/>
        </p:nvPicPr>
        <p:blipFill rotWithShape="1">
          <a:blip r:embed="rId2">
            <a:alphaModFix/>
          </a:blip>
          <a:srcRect b="0" l="11563" r="22620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52"/>
          <p:cNvSpPr txBox="1"/>
          <p:nvPr>
            <p:ph type="title"/>
          </p:nvPr>
        </p:nvSpPr>
        <p:spPr>
          <a:xfrm>
            <a:off x="342900" y="333875"/>
            <a:ext cx="55530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7" name="Google Shape;187;p52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88" name="Google Shape;188;p52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8" y="1467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grid1">
  <p:cSld name="MAIN_POINT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53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53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grid2">
  <p:cSld name="MAIN_POINT_1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54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4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dots">
  <p:cSld name="MAIN_POINT_2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55" title="dots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3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55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">
  <p:cSld name="MAIN_POINT_3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56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grid1">
  <p:cSld name="MAIN_POINT_5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57" title="perspective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57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03" name="Google Shape;203;p57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grid2">
  <p:cSld name="MAIN_POINT_1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58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58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07" name="Google Shape;207;p58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dots">
  <p:cSld name="MAIN_POINT_2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59" title="dots_white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59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11" name="Google Shape;211;p59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">
  <p:cSld name="MAIN_POINT_3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60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14" name="Google Shape;214;p60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grid2">
  <p:cSld name="MAIN_POINT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61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61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dots">
  <p:cSld name="MAIN_POINT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62" title="dots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3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62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">
  <p:cSld name="MAIN_POINT_3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3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grid1">
  <p:cSld name="CAPTION_ONLY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64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x2 body with subheader grey grid1">
  <p:cSld name="CAPTION_ONLY_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65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65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8" name="Google Shape;228;p65"/>
          <p:cNvSpPr txBox="1"/>
          <p:nvPr>
            <p:ph idx="1" type="body"/>
          </p:nvPr>
        </p:nvSpPr>
        <p:spPr>
          <a:xfrm>
            <a:off x="342900" y="2127625"/>
            <a:ext cx="3751800" cy="23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9" name="Google Shape;229;p65"/>
          <p:cNvSpPr txBox="1"/>
          <p:nvPr>
            <p:ph idx="2" type="body"/>
          </p:nvPr>
        </p:nvSpPr>
        <p:spPr>
          <a:xfrm>
            <a:off x="5049400" y="2127625"/>
            <a:ext cx="3751800" cy="23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0" name="Google Shape;230;p65"/>
          <p:cNvSpPr txBox="1"/>
          <p:nvPr>
            <p:ph idx="3" type="subTitle"/>
          </p:nvPr>
        </p:nvSpPr>
        <p:spPr>
          <a:xfrm>
            <a:off x="342900" y="1670050"/>
            <a:ext cx="37518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31" name="Google Shape;231;p65"/>
          <p:cNvSpPr txBox="1"/>
          <p:nvPr>
            <p:ph idx="4" type="subTitle"/>
          </p:nvPr>
        </p:nvSpPr>
        <p:spPr>
          <a:xfrm>
            <a:off x="5049400" y="1670050"/>
            <a:ext cx="37518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grid2">
  <p:cSld name="CAPTION_ONLY_4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66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dots">
  <p:cSld name="CAPTION_ONLY_3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67" title="dots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">
  <p:cSld name="CAPTION_ONLY_3_1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green-grid1">
  <p:cSld name="CAPTION_ONLY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69" title="perspective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69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green-grid2">
  <p:cSld name="CAPTION_ONLY_1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70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70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dots">
  <p:cSld name="CAPTION_ONLY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71" title="dots_white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71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">
  <p:cSld name="CAPTION_ONLY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72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- pattern picture">
  <p:cSld name="CAPTION_ONLY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73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-grid1">
  <p:cSld name="CAPTION_ONLY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74" title="perspective_lightgreen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-grid2">
  <p:cSld name="CAPTION_ONLY_2_1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75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-dots">
  <p:cSld name="CAPTION_ONLY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5" name="Google Shape;255;p76" title="dots_dark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">
  <p:cSld name="CAPTION_ONLY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- bird picture">
  <p:cSld name="CAPTION_ONLY_2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- box picture">
  <p:cSld name="CAPTION_ONLY_2_1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9.xml"/><Relationship Id="rId42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40.xml"/><Relationship Id="rId44" Type="http://schemas.openxmlformats.org/officeDocument/2006/relationships/slideLayout" Target="../slideLayouts/slideLayout43.xml"/><Relationship Id="rId43" Type="http://schemas.openxmlformats.org/officeDocument/2006/relationships/slideLayout" Target="../slideLayouts/slideLayout42.xml"/><Relationship Id="rId46" Type="http://schemas.openxmlformats.org/officeDocument/2006/relationships/slideLayout" Target="../slideLayouts/slideLayout45.xml"/><Relationship Id="rId45" Type="http://schemas.openxmlformats.org/officeDocument/2006/relationships/slideLayout" Target="../slideLayouts/slideLayout44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48" Type="http://schemas.openxmlformats.org/officeDocument/2006/relationships/slideLayout" Target="../slideLayouts/slideLayout47.xml"/><Relationship Id="rId47" Type="http://schemas.openxmlformats.org/officeDocument/2006/relationships/slideLayout" Target="../slideLayouts/slideLayout46.xml"/><Relationship Id="rId49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73" Type="http://schemas.openxmlformats.org/officeDocument/2006/relationships/theme" Target="../theme/theme1.xml"/><Relationship Id="rId72" Type="http://schemas.openxmlformats.org/officeDocument/2006/relationships/slideLayout" Target="../slideLayouts/slideLayout71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2.xml"/><Relationship Id="rId32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4.xml"/><Relationship Id="rId34" Type="http://schemas.openxmlformats.org/officeDocument/2006/relationships/slideLayout" Target="../slideLayouts/slideLayout33.xml"/><Relationship Id="rId71" Type="http://schemas.openxmlformats.org/officeDocument/2006/relationships/slideLayout" Target="../slideLayouts/slideLayout70.xml"/><Relationship Id="rId70" Type="http://schemas.openxmlformats.org/officeDocument/2006/relationships/slideLayout" Target="../slideLayouts/slideLayout69.xml"/><Relationship Id="rId37" Type="http://schemas.openxmlformats.org/officeDocument/2006/relationships/slideLayout" Target="../slideLayouts/slideLayout36.xml"/><Relationship Id="rId36" Type="http://schemas.openxmlformats.org/officeDocument/2006/relationships/slideLayout" Target="../slideLayouts/slideLayout35.xml"/><Relationship Id="rId39" Type="http://schemas.openxmlformats.org/officeDocument/2006/relationships/slideLayout" Target="../slideLayouts/slideLayout38.xml"/><Relationship Id="rId38" Type="http://schemas.openxmlformats.org/officeDocument/2006/relationships/slideLayout" Target="../slideLayouts/slideLayout37.xml"/><Relationship Id="rId62" Type="http://schemas.openxmlformats.org/officeDocument/2006/relationships/slideLayout" Target="../slideLayouts/slideLayout61.xml"/><Relationship Id="rId61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19.xml"/><Relationship Id="rId64" Type="http://schemas.openxmlformats.org/officeDocument/2006/relationships/slideLayout" Target="../slideLayouts/slideLayout63.xml"/><Relationship Id="rId63" Type="http://schemas.openxmlformats.org/officeDocument/2006/relationships/slideLayout" Target="../slideLayouts/slideLayout62.xml"/><Relationship Id="rId22" Type="http://schemas.openxmlformats.org/officeDocument/2006/relationships/slideLayout" Target="../slideLayouts/slideLayout21.xml"/><Relationship Id="rId66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20.xml"/><Relationship Id="rId65" Type="http://schemas.openxmlformats.org/officeDocument/2006/relationships/slideLayout" Target="../slideLayouts/slideLayout64.xml"/><Relationship Id="rId24" Type="http://schemas.openxmlformats.org/officeDocument/2006/relationships/slideLayout" Target="../slideLayouts/slideLayout23.xml"/><Relationship Id="rId68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22.xml"/><Relationship Id="rId67" Type="http://schemas.openxmlformats.org/officeDocument/2006/relationships/slideLayout" Target="../slideLayouts/slideLayout66.xml"/><Relationship Id="rId60" Type="http://schemas.openxmlformats.org/officeDocument/2006/relationships/slideLayout" Target="../slideLayouts/slideLayout59.xml"/><Relationship Id="rId26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24.xml"/><Relationship Id="rId69" Type="http://schemas.openxmlformats.org/officeDocument/2006/relationships/slideLayout" Target="../slideLayouts/slideLayout68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29" Type="http://schemas.openxmlformats.org/officeDocument/2006/relationships/slideLayout" Target="../slideLayouts/slideLayout28.xml"/><Relationship Id="rId51" Type="http://schemas.openxmlformats.org/officeDocument/2006/relationships/slideLayout" Target="../slideLayouts/slideLayout50.xml"/><Relationship Id="rId50" Type="http://schemas.openxmlformats.org/officeDocument/2006/relationships/slideLayout" Target="../slideLayouts/slideLayout49.xml"/><Relationship Id="rId53" Type="http://schemas.openxmlformats.org/officeDocument/2006/relationships/slideLayout" Target="../slideLayouts/slideLayout52.xml"/><Relationship Id="rId52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10.xml"/><Relationship Id="rId5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9.xml"/><Relationship Id="rId54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12.xml"/><Relationship Id="rId5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11.xml"/><Relationship Id="rId56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14.xml"/><Relationship Id="rId5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13.xml"/><Relationship Id="rId58" Type="http://schemas.openxmlformats.org/officeDocument/2006/relationships/slideLayout" Target="../slideLayouts/slideLayout57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gradFill>
          <a:gsLst>
            <a:gs pos="0">
              <a:srgbClr val="D6D1CA"/>
            </a:gs>
            <a:gs pos="100000">
              <a:schemeClr val="lt1"/>
            </a:gs>
          </a:gsLst>
          <a:lin ang="5400012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b="0" i="0" sz="2800" u="none" cap="none" strike="noStrike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facad"/>
              <a:buChar char="●"/>
              <a:defRPr b="0" i="0" sz="18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○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■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●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○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■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●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○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■"/>
              <a:defRPr b="0" i="0" sz="1400" u="none" cap="none" strike="noStrike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9pPr>
          </a:lstStyle>
          <a:p/>
        </p:txBody>
      </p:sp>
      <p:pic>
        <p:nvPicPr>
          <p:cNvPr id="8" name="Google Shape;8;p8" title="Logo RGB@2x.png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06748" y="1422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  <p:sldLayoutId id="2147483711" r:id="rId64"/>
    <p:sldLayoutId id="2147483712" r:id="rId65"/>
    <p:sldLayoutId id="2147483713" r:id="rId66"/>
    <p:sldLayoutId id="2147483714" r:id="rId67"/>
    <p:sldLayoutId id="2147483715" r:id="rId68"/>
    <p:sldLayoutId id="2147483716" r:id="rId69"/>
    <p:sldLayoutId id="2147483717" r:id="rId70"/>
    <p:sldLayoutId id="2147483718" r:id="rId71"/>
    <p:sldLayoutId id="2147483719" r:id="rId7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"/>
          <p:cNvSpPr txBox="1"/>
          <p:nvPr>
            <p:ph type="ctrTitle"/>
          </p:nvPr>
        </p:nvSpPr>
        <p:spPr>
          <a:xfrm>
            <a:off x="327525" y="2263750"/>
            <a:ext cx="8473500" cy="26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t/>
            </a:r>
            <a:endParaRPr sz="8000"/>
          </a:p>
        </p:txBody>
      </p:sp>
      <p:sp>
        <p:nvSpPr>
          <p:cNvPr id="264" name="Google Shape;264;p1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270" name="Google Shape;270;p2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  <p:sp>
        <p:nvSpPr>
          <p:cNvPr id="271" name="Google Shape;271;p2"/>
          <p:cNvSpPr/>
          <p:nvPr/>
        </p:nvSpPr>
        <p:spPr>
          <a:xfrm>
            <a:off x="3967850" y="129675"/>
            <a:ext cx="1080600" cy="204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Syne"/>
              <a:ea typeface="Syne"/>
              <a:cs typeface="Syne"/>
              <a:sym typeface="Syn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277" name="Google Shape;277;p4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6"/>
          <p:cNvSpPr txBox="1"/>
          <p:nvPr>
            <p:ph idx="4294967295"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283" name="Google Shape;283;p6"/>
          <p:cNvSpPr txBox="1"/>
          <p:nvPr>
            <p:ph idx="4294967295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c7a02d2bed_0_2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289" name="Google Shape;289;g3c7a02d2bed_0_2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  <p:sp>
        <p:nvSpPr>
          <p:cNvPr id="290" name="Google Shape;290;g3c7a02d2bed_0_2"/>
          <p:cNvSpPr/>
          <p:nvPr/>
        </p:nvSpPr>
        <p:spPr>
          <a:xfrm>
            <a:off x="3967850" y="129675"/>
            <a:ext cx="1080600" cy="204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Syne"/>
              <a:ea typeface="Syne"/>
              <a:cs typeface="Syne"/>
              <a:sym typeface="Syn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c7a02d2bed_0_8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296" name="Google Shape;296;g3c7a02d2bed_0_8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c7a02d2bed_0_13"/>
          <p:cNvSpPr txBox="1"/>
          <p:nvPr>
            <p:ph idx="4294967295"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02" name="Google Shape;302;g3c7a02d2bed_0_13"/>
          <p:cNvSpPr txBox="1"/>
          <p:nvPr>
            <p:ph idx="4294967295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c7a02d2bed_0_18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08" name="Google Shape;308;g3c7a02d2bed_0_18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  <p:sp>
        <p:nvSpPr>
          <p:cNvPr id="309" name="Google Shape;309;g3c7a02d2bed_0_18"/>
          <p:cNvSpPr/>
          <p:nvPr/>
        </p:nvSpPr>
        <p:spPr>
          <a:xfrm>
            <a:off x="3967850" y="129675"/>
            <a:ext cx="1080600" cy="204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Syne"/>
              <a:ea typeface="Syne"/>
              <a:cs typeface="Syne"/>
              <a:sym typeface="Syn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c7a02d2bed_0_24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15" name="Google Shape;315;g3c7a02d2bed_0_24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c7a02d2bed_0_29"/>
          <p:cNvSpPr txBox="1"/>
          <p:nvPr>
            <p:ph idx="4294967295"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21" name="Google Shape;321;g3c7a02d2bed_0_29"/>
          <p:cNvSpPr txBox="1"/>
          <p:nvPr>
            <p:ph idx="4294967295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c7a02d2bed_0_34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27" name="Google Shape;327;g3c7a02d2bed_0_34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  <p:sp>
        <p:nvSpPr>
          <p:cNvPr id="328" name="Google Shape;328;g3c7a02d2bed_0_34"/>
          <p:cNvSpPr/>
          <p:nvPr/>
        </p:nvSpPr>
        <p:spPr>
          <a:xfrm>
            <a:off x="3967850" y="129675"/>
            <a:ext cx="1080600" cy="204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Syne"/>
              <a:ea typeface="Syne"/>
              <a:cs typeface="Syne"/>
              <a:sym typeface="Syn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c7a02d2bed_0_40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34" name="Google Shape;334;g3c7a02d2bed_0_40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c7a02d2bed_0_45"/>
          <p:cNvSpPr txBox="1"/>
          <p:nvPr>
            <p:ph idx="4294967295"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40" name="Google Shape;340;g3c7a02d2bed_0_45"/>
          <p:cNvSpPr txBox="1"/>
          <p:nvPr>
            <p:ph idx="4294967295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enessai_2025_template_v1">
  <a:themeElements>
    <a:clrScheme name="Simple Light">
      <a:dk1>
        <a:srgbClr val="081F09"/>
      </a:dk1>
      <a:lt1>
        <a:srgbClr val="FFFFFF"/>
      </a:lt1>
      <a:dk2>
        <a:srgbClr val="244231"/>
      </a:dk2>
      <a:lt2>
        <a:srgbClr val="D6D1CA"/>
      </a:lt2>
      <a:accent1>
        <a:srgbClr val="EAFF01"/>
      </a:accent1>
      <a:accent2>
        <a:srgbClr val="0D1F08"/>
      </a:accent2>
      <a:accent3>
        <a:srgbClr val="BBF92B"/>
      </a:accent3>
      <a:accent4>
        <a:srgbClr val="7EBC00"/>
      </a:accent4>
      <a:accent5>
        <a:srgbClr val="346D55"/>
      </a:accent5>
      <a:accent6>
        <a:srgbClr val="264634"/>
      </a:accent6>
      <a:hlink>
        <a:srgbClr val="7EBC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